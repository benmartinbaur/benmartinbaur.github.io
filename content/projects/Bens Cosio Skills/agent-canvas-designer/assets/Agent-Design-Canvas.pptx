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147481607" r:id="rId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99" d="100"/>
          <a:sy n="99" d="100"/>
        </p:scale>
        <p:origin x="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4EE80-7953-4DC0-980A-57F4DFC45F3B}" type="datetimeFigureOut">
              <a:rPr lang="LID4096" smtClean="0"/>
              <a:t>06/19/2026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C40F5C-7471-4AFD-85DE-472BFBBCC623}" type="slidenum">
              <a:rPr lang="LID4096" smtClean="0"/>
              <a:t>‹#›</a:t>
            </a:fld>
            <a:endParaRPr lang="LID4096"/>
          </a:p>
        </p:txBody>
      </p:sp>
    </p:spTree>
    <p:extLst>
      <p:ext uri="{BB962C8B-B14F-4D97-AF65-F5344CB8AC3E}">
        <p14:creationId xmlns:p14="http://schemas.microsoft.com/office/powerpoint/2010/main" val="2293880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7595C-F53A-9737-251D-C9B9776C1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4794EB-1E19-122A-92D9-0E307AA4B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17F10C-6D8F-AD22-E978-7C8F59DF415E}"/>
              </a:ext>
            </a:extLst>
          </p:cNvPr>
          <p:cNvSpPr>
            <a:spLocks noGrp="1"/>
          </p:cNvSpPr>
          <p:nvPr>
            <p:ph type="body" idx="1"/>
          </p:nvPr>
        </p:nvSpPr>
        <p:spPr/>
        <p:txBody>
          <a:bodyPr/>
          <a:lstStyle/>
          <a:p>
            <a:r>
              <a:rPr lang="en-US"/>
              <a:t>Feedback </a:t>
            </a:r>
            <a:r>
              <a:rPr lang="en-US" err="1"/>
              <a:t>zum</a:t>
            </a:r>
            <a:r>
              <a:rPr lang="en-US"/>
              <a:t> content, naming, design</a:t>
            </a:r>
          </a:p>
          <a:p>
            <a:r>
              <a:rPr lang="en-US"/>
              <a:t>Sessions</a:t>
            </a:r>
          </a:p>
          <a:p>
            <a:endParaRPr lang="en-US"/>
          </a:p>
        </p:txBody>
      </p:sp>
      <p:sp>
        <p:nvSpPr>
          <p:cNvPr id="4" name="Header Placeholder 3">
            <a:extLst>
              <a:ext uri="{FF2B5EF4-FFF2-40B4-BE49-F238E27FC236}">
                <a16:creationId xmlns:a16="http://schemas.microsoft.com/office/drawing/2014/main" id="{D31DCACC-B781-A0A3-ADD1-7AE8A6D540B1}"/>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09402B16-EDDA-2223-3E25-712CB00EC92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82225AB-B9BC-C06C-943A-BC630CB57EEE}"/>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E102C2F-94C0-F241-B1C9-209EC2594BC4}"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6/19/2026 1:42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944DD9F5-95EA-159F-8BAE-DD73620130B1}"/>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5276780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_3DIllustration_Light_Warm-1">
    <p:spTree>
      <p:nvGrpSpPr>
        <p:cNvPr id="1" name=""/>
        <p:cNvGrpSpPr/>
        <p:nvPr/>
      </p:nvGrpSpPr>
      <p:grpSpPr>
        <a:xfrm>
          <a:off x="0" y="0"/>
          <a:ext cx="0" cy="0"/>
          <a:chOff x="0" y="0"/>
          <a:chExt cx="0" cy="0"/>
        </a:xfrm>
      </p:grpSpPr>
      <p:pic>
        <p:nvPicPr>
          <p:cNvPr id="7" name="MS logo gray - EMF">
            <a:extLst>
              <a:ext uri="{FF2B5EF4-FFF2-40B4-BE49-F238E27FC236}">
                <a16:creationId xmlns:a16="http://schemas.microsoft.com/office/drawing/2014/main" id="{1A134BE8-0BA3-4A4E-8C07-9127207B8A2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8" name="Title 1">
            <a:extLst>
              <a:ext uri="{FF2B5EF4-FFF2-40B4-BE49-F238E27FC236}">
                <a16:creationId xmlns:a16="http://schemas.microsoft.com/office/drawing/2014/main" id="{FEDF3DE4-8628-A0E3-0518-AA5354E77E18}"/>
              </a:ext>
            </a:extLst>
          </p:cNvPr>
          <p:cNvSpPr>
            <a:spLocks noGrp="1"/>
          </p:cNvSpPr>
          <p:nvPr>
            <p:ph type="title" hasCustomPrompt="1"/>
          </p:nvPr>
        </p:nvSpPr>
        <p:spPr>
          <a:xfrm>
            <a:off x="569912" y="2769057"/>
            <a:ext cx="5372259" cy="1231106"/>
          </a:xfrm>
          <a:noFill/>
        </p:spPr>
        <p:txBody>
          <a:bodyPr wrap="square" lIns="0" tIns="0" rIns="0" bIns="0" anchor="t" anchorCtr="0">
            <a:spAutoFit/>
          </a:bodyPr>
          <a:lstStyle>
            <a:lvl1pPr>
              <a:defRPr sz="4000" b="0" i="0" spc="-50" baseline="0">
                <a:solidFill>
                  <a:srgbClr val="091F2C"/>
                </a:solidFill>
                <a:latin typeface="+mj-lt"/>
                <a:cs typeface="Segoe Sans Display Semibold" pitchFamily="2" charset="0"/>
              </a:defRPr>
            </a:lvl1pPr>
          </a:lstStyle>
          <a:p>
            <a:r>
              <a:rPr lang="en-US"/>
              <a:t>Event name or </a:t>
            </a:r>
            <a:br>
              <a:rPr lang="en-US"/>
            </a:br>
            <a:r>
              <a:rPr lang="en-US"/>
              <a:t>presentation title </a:t>
            </a:r>
          </a:p>
        </p:txBody>
      </p:sp>
      <p:sp>
        <p:nvSpPr>
          <p:cNvPr id="3" name="Subtitle">
            <a:extLst>
              <a:ext uri="{FF2B5EF4-FFF2-40B4-BE49-F238E27FC236}">
                <a16:creationId xmlns:a16="http://schemas.microsoft.com/office/drawing/2014/main" id="{AA1ADBE6-5E29-7A6B-E210-597F443C7BFA}"/>
              </a:ext>
            </a:extLst>
          </p:cNvPr>
          <p:cNvSpPr>
            <a:spLocks noGrp="1"/>
          </p:cNvSpPr>
          <p:nvPr>
            <p:ph type="body" sz="quarter" idx="12" hasCustomPrompt="1"/>
          </p:nvPr>
        </p:nvSpPr>
        <p:spPr>
          <a:xfrm>
            <a:off x="582042" y="4575380"/>
            <a:ext cx="5372259" cy="246888"/>
          </a:xfrm>
          <a:prstGeom prst="rect">
            <a:avLst/>
          </a:prstGeom>
          <a:noFill/>
        </p:spPr>
        <p:txBody>
          <a:bodyPr wrap="square" lIns="0" tIns="0" rIns="0" bIns="0">
            <a:spAutoFit/>
          </a:bodyPr>
          <a:lstStyle>
            <a:lvl1pPr marL="0" indent="0">
              <a:spcBef>
                <a:spcPts val="0"/>
              </a:spcBef>
              <a:buNone/>
              <a:defRPr sz="1600" b="0" i="0" spc="0" baseline="0">
                <a:solidFill>
                  <a:srgbClr val="091F2C"/>
                </a:solidFill>
                <a:latin typeface="Segoe UI" panose="020B0502040204020203" pitchFamily="34" charset="0"/>
                <a:cs typeface="Segoe UI" panose="020B0502040204020203" pitchFamily="34" charset="0"/>
              </a:defRPr>
            </a:lvl1pPr>
          </a:lstStyle>
          <a:p>
            <a:pPr lvl="0"/>
            <a:r>
              <a:rPr lang="en-US"/>
              <a:t>Speaker name or subtitle</a:t>
            </a:r>
          </a:p>
        </p:txBody>
      </p:sp>
      <p:sp>
        <p:nvSpPr>
          <p:cNvPr id="4" name="Text Placeholder 4">
            <a:extLst>
              <a:ext uri="{FF2B5EF4-FFF2-40B4-BE49-F238E27FC236}">
                <a16:creationId xmlns:a16="http://schemas.microsoft.com/office/drawing/2014/main" id="{9F62B460-7838-D919-2107-2AE2DB807FF1}"/>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b="0" i="0" spc="0" baseline="0">
                <a:solidFill>
                  <a:srgbClr val="091F2C"/>
                </a:solidFill>
                <a:latin typeface="Segoe UI" panose="020B0502040204020203" pitchFamily="34" charset="0"/>
                <a:cs typeface="Segoe UI" panose="020B0502040204020203" pitchFamily="34" charset="0"/>
              </a:defRPr>
            </a:lvl1pPr>
          </a:lstStyle>
          <a:p>
            <a:pPr lvl="0"/>
            <a:r>
              <a:rPr lang="en-US"/>
              <a:t>Date</a:t>
            </a:r>
          </a:p>
        </p:txBody>
      </p:sp>
      <p:sp>
        <p:nvSpPr>
          <p:cNvPr id="5" name="Text Placeholder 4">
            <a:extLst>
              <a:ext uri="{FF2B5EF4-FFF2-40B4-BE49-F238E27FC236}">
                <a16:creationId xmlns:a16="http://schemas.microsoft.com/office/drawing/2014/main" id="{AE54E53D-428B-872F-679F-3347A7E78D46}"/>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b="0" i="0" spc="0" baseline="0">
                <a:solidFill>
                  <a:srgbClr val="091F2C"/>
                </a:solidFill>
                <a:latin typeface="Segoe UI" panose="020B0502040204020203" pitchFamily="34" charset="0"/>
                <a:cs typeface="Segoe UI" panose="020B0502040204020203" pitchFamily="34" charset="0"/>
              </a:defRPr>
            </a:lvl1pPr>
          </a:lstStyle>
          <a:p>
            <a:pPr lvl="0"/>
            <a:r>
              <a:rPr lang="en-US"/>
              <a:t>Microsoft confidential</a:t>
            </a:r>
          </a:p>
        </p:txBody>
      </p:sp>
      <p:sp>
        <p:nvSpPr>
          <p:cNvPr id="2" name="Subtitle">
            <a:extLst>
              <a:ext uri="{FF2B5EF4-FFF2-40B4-BE49-F238E27FC236}">
                <a16:creationId xmlns:a16="http://schemas.microsoft.com/office/drawing/2014/main" id="{57347052-3639-B03E-C5C3-15537F3AC470}"/>
              </a:ext>
            </a:extLst>
          </p:cNvPr>
          <p:cNvSpPr>
            <a:spLocks noGrp="1"/>
          </p:cNvSpPr>
          <p:nvPr>
            <p:ph type="body" sz="quarter" idx="15" hasCustomPrompt="1"/>
          </p:nvPr>
        </p:nvSpPr>
        <p:spPr>
          <a:xfrm>
            <a:off x="582042" y="2437831"/>
            <a:ext cx="5372259" cy="246888"/>
          </a:xfrm>
          <a:prstGeom prst="rect">
            <a:avLst/>
          </a:prstGeom>
          <a:noFill/>
        </p:spPr>
        <p:txBody>
          <a:bodyPr wrap="square" lIns="0" tIns="0" rIns="0" bIns="0">
            <a:spAutoFit/>
          </a:bodyPr>
          <a:lstStyle>
            <a:lvl1pPr marL="0" indent="0">
              <a:spcBef>
                <a:spcPts val="0"/>
              </a:spcBef>
              <a:buNone/>
              <a:defRPr sz="1600" b="1" i="0" spc="0" baseline="0">
                <a:solidFill>
                  <a:schemeClr val="tx1"/>
                </a:solidFill>
                <a:latin typeface="Segoe UI Semibold" panose="020B0502040204020203" pitchFamily="34" charset="0"/>
                <a:cs typeface="Segoe UI Semibold" panose="020B0502040204020203" pitchFamily="34" charset="0"/>
              </a:defRPr>
            </a:lvl1pPr>
          </a:lstStyle>
          <a:p>
            <a:r>
              <a:rPr lang="en-US">
                <a:gradFill>
                  <a:gsLst>
                    <a:gs pos="0">
                      <a:srgbClr val="0078D4"/>
                    </a:gs>
                    <a:gs pos="97500">
                      <a:srgbClr val="8CE970"/>
                    </a:gs>
                    <a:gs pos="70000">
                      <a:srgbClr val="225B62"/>
                    </a:gs>
                  </a:gsLst>
                  <a:lin ang="0" scaled="0"/>
                </a:gradFill>
              </a:rPr>
              <a:t>Microsoft Innovation Hub</a:t>
            </a:r>
          </a:p>
        </p:txBody>
      </p:sp>
      <p:pic>
        <p:nvPicPr>
          <p:cNvPr id="9" name="Picture 8">
            <a:extLst>
              <a:ext uri="{FF2B5EF4-FFF2-40B4-BE49-F238E27FC236}">
                <a16:creationId xmlns:a16="http://schemas.microsoft.com/office/drawing/2014/main" id="{E4127B95-A173-246A-5DCD-A2477BFC42FD}"/>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5161281" y="423335"/>
            <a:ext cx="7030720" cy="6434666"/>
          </a:xfrm>
          <a:prstGeom prst="rect">
            <a:avLst/>
          </a:prstGeom>
        </p:spPr>
      </p:pic>
    </p:spTree>
    <p:extLst>
      <p:ext uri="{BB962C8B-B14F-4D97-AF65-F5344CB8AC3E}">
        <p14:creationId xmlns:p14="http://schemas.microsoft.com/office/powerpoint/2010/main" val="21274690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_2DIllustration_Light_Warm">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A7C0CE4-8C11-F653-5EB5-5E37B382A326}"/>
              </a:ext>
            </a:extLst>
          </p:cNvPr>
          <p:cNvSpPr>
            <a:spLocks noGrp="1"/>
          </p:cNvSpPr>
          <p:nvPr>
            <p:ph type="title" hasCustomPrompt="1"/>
          </p:nvPr>
        </p:nvSpPr>
        <p:spPr>
          <a:xfrm>
            <a:off x="569911" y="3384610"/>
            <a:ext cx="8193024" cy="615553"/>
          </a:xfrm>
          <a:noFill/>
        </p:spPr>
        <p:txBody>
          <a:bodyPr wrap="square" lIns="0" tIns="0" rIns="0" bIns="0" anchor="b" anchorCtr="0">
            <a:spAutoFit/>
          </a:bodyPr>
          <a:lstStyle>
            <a:lvl1pPr>
              <a:defRPr sz="4000" b="1" i="0" spc="-50" baseline="0">
                <a:solidFill>
                  <a:srgbClr val="091F2C"/>
                </a:solidFill>
                <a:latin typeface="+mj-lt"/>
                <a:cs typeface="Segoe Sans Display Semibold" pitchFamily="2" charset="0"/>
              </a:defRPr>
            </a:lvl1pPr>
          </a:lstStyle>
          <a:p>
            <a:r>
              <a:rPr lang="en-US"/>
              <a:t>Section divider title</a:t>
            </a:r>
          </a:p>
        </p:txBody>
      </p:sp>
      <p:sp>
        <p:nvSpPr>
          <p:cNvPr id="6" name="Text Placeholder 4">
            <a:extLst>
              <a:ext uri="{FF2B5EF4-FFF2-40B4-BE49-F238E27FC236}">
                <a16:creationId xmlns:a16="http://schemas.microsoft.com/office/drawing/2014/main" id="{3F09B970-43EA-58F7-104C-A8463C85EE04}"/>
              </a:ext>
            </a:extLst>
          </p:cNvPr>
          <p:cNvSpPr>
            <a:spLocks noGrp="1"/>
          </p:cNvSpPr>
          <p:nvPr>
            <p:ph type="body" sz="quarter" idx="12" hasCustomPrompt="1"/>
          </p:nvPr>
        </p:nvSpPr>
        <p:spPr>
          <a:xfrm>
            <a:off x="582042" y="4215828"/>
            <a:ext cx="8193024" cy="246221"/>
          </a:xfrm>
          <a:prstGeom prst="rect">
            <a:avLst/>
          </a:prstGeom>
          <a:noFill/>
        </p:spPr>
        <p:txBody>
          <a:bodyPr wrap="square" lIns="0" tIns="0" rIns="0" bIns="0">
            <a:spAutoFit/>
          </a:bodyPr>
          <a:lstStyle>
            <a:lvl1pPr marL="0" indent="0">
              <a:spcBef>
                <a:spcPts val="0"/>
              </a:spcBef>
              <a:buNone/>
              <a:defRPr sz="1600" b="0" i="0" spc="0" baseline="0">
                <a:solidFill>
                  <a:srgbClr val="091F2C"/>
                </a:solidFill>
                <a:latin typeface="Segoe UI" panose="020B0502040204020203" pitchFamily="34" charset="0"/>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20808145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_Gradient_Light_Warm">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06A20D-6595-A60E-C56C-327354C21B7B}"/>
              </a:ext>
            </a:extLst>
          </p:cNvPr>
          <p:cNvSpPr>
            <a:spLocks noGrp="1"/>
          </p:cNvSpPr>
          <p:nvPr>
            <p:ph type="title" hasCustomPrompt="1"/>
          </p:nvPr>
        </p:nvSpPr>
        <p:spPr>
          <a:xfrm>
            <a:off x="569911" y="1784172"/>
            <a:ext cx="6949440" cy="2215991"/>
          </a:xfrm>
          <a:noFill/>
        </p:spPr>
        <p:txBody>
          <a:bodyPr wrap="square" lIns="0" tIns="0" rIns="0" bIns="0" anchor="b" anchorCtr="0">
            <a:spAutoFit/>
          </a:bodyPr>
          <a:lstStyle>
            <a:lvl1pPr>
              <a:defRPr sz="7200" b="1" i="0" spc="-50" baseline="0">
                <a:solidFill>
                  <a:schemeClr val="tx1"/>
                </a:solidFill>
                <a:latin typeface="+mj-lt"/>
                <a:cs typeface="Segoe Sans Display Semibold" pitchFamily="2" charset="0"/>
              </a:defRPr>
            </a:lvl1pPr>
          </a:lstStyle>
          <a:p>
            <a:r>
              <a:rPr lang="en-US"/>
              <a:t>Large section divider title</a:t>
            </a:r>
          </a:p>
        </p:txBody>
      </p:sp>
      <p:sp>
        <p:nvSpPr>
          <p:cNvPr id="3" name="Text Placeholder 4">
            <a:extLst>
              <a:ext uri="{FF2B5EF4-FFF2-40B4-BE49-F238E27FC236}">
                <a16:creationId xmlns:a16="http://schemas.microsoft.com/office/drawing/2014/main" id="{3DD5C656-A67B-D995-3684-B7DA465FC13A}"/>
              </a:ext>
            </a:extLst>
          </p:cNvPr>
          <p:cNvSpPr>
            <a:spLocks noGrp="1"/>
          </p:cNvSpPr>
          <p:nvPr>
            <p:ph type="body" sz="quarter" idx="12" hasCustomPrompt="1"/>
          </p:nvPr>
        </p:nvSpPr>
        <p:spPr>
          <a:xfrm>
            <a:off x="582042" y="4215828"/>
            <a:ext cx="6949440" cy="246221"/>
          </a:xfrm>
          <a:prstGeom prst="rect">
            <a:avLst/>
          </a:prstGeom>
          <a:noFill/>
        </p:spPr>
        <p:txBody>
          <a:bodyPr wrap="square" lIns="0" tIns="0" rIns="0" bIns="0">
            <a:spAutoFit/>
          </a:bodyPr>
          <a:lstStyle>
            <a:lvl1pPr marL="0" indent="0">
              <a:spcBef>
                <a:spcPts val="0"/>
              </a:spcBef>
              <a:buNone/>
              <a:defRPr sz="1600" b="0" i="0" spc="0" baseline="0">
                <a:solidFill>
                  <a:srgbClr val="091F2C"/>
                </a:solidFill>
                <a:latin typeface="Segoe Sans Text" pitchFamily="2" charset="0"/>
                <a:cs typeface="Segoe Sans Text" pitchFamily="2" charset="0"/>
              </a:defRPr>
            </a:lvl1pPr>
          </a:lstStyle>
          <a:p>
            <a:pPr lvl="0"/>
            <a:r>
              <a:rPr lang="en-US"/>
              <a:t>Subtitle</a:t>
            </a:r>
          </a:p>
        </p:txBody>
      </p:sp>
    </p:spTree>
    <p:extLst>
      <p:ext uri="{BB962C8B-B14F-4D97-AF65-F5344CB8AC3E}">
        <p14:creationId xmlns:p14="http://schemas.microsoft.com/office/powerpoint/2010/main" val="11134367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075">
          <p15:clr>
            <a:srgbClr val="FBAE40"/>
          </p15:clr>
        </p15:guide>
        <p15:guide id="2" orient="horz" pos="2450">
          <p15:clr>
            <a:srgbClr val="FBAE40"/>
          </p15:clr>
        </p15:guide>
        <p15:guide id="3" orient="horz" pos="264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page_Quote with image">
    <p:bg>
      <p:bgPr>
        <a:solidFill>
          <a:srgbClr val="E8E6DF"/>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706A20D-6595-A60E-C56C-327354C21B7B}"/>
              </a:ext>
            </a:extLst>
          </p:cNvPr>
          <p:cNvSpPr>
            <a:spLocks noGrp="1"/>
          </p:cNvSpPr>
          <p:nvPr>
            <p:ph type="title" hasCustomPrompt="1"/>
          </p:nvPr>
        </p:nvSpPr>
        <p:spPr>
          <a:xfrm>
            <a:off x="527869" y="2538893"/>
            <a:ext cx="5294861" cy="1477328"/>
          </a:xfrm>
          <a:noFill/>
        </p:spPr>
        <p:txBody>
          <a:bodyPr wrap="square" lIns="0" tIns="0" rIns="0" bIns="0" anchor="ctr" anchorCtr="0">
            <a:spAutoFit/>
          </a:bodyPr>
          <a:lstStyle>
            <a:lvl1pPr marL="138113" indent="-127000">
              <a:tabLst/>
              <a:defRPr sz="3200" b="0" i="0" spc="-50" baseline="0">
                <a:gradFill>
                  <a:gsLst>
                    <a:gs pos="0">
                      <a:schemeClr val="accent4"/>
                    </a:gs>
                    <a:gs pos="20000">
                      <a:schemeClr val="accent4"/>
                    </a:gs>
                    <a:gs pos="100000">
                      <a:schemeClr val="accent3"/>
                    </a:gs>
                  </a:gsLst>
                  <a:lin ang="2400000" scaled="0"/>
                </a:gradFill>
                <a:latin typeface="Segoe Serif Display Semilight" pitchFamily="2" charset="0"/>
                <a:cs typeface="Segoe UI" panose="020B0502040204020203" pitchFamily="34" charset="0"/>
              </a:defRPr>
            </a:lvl1pPr>
          </a:lstStyle>
          <a:p>
            <a:r>
              <a:rPr lang="en-US"/>
              <a:t>“When you walk into a</a:t>
            </a:r>
            <a:br>
              <a:rPr lang="en-US"/>
            </a:br>
            <a:r>
              <a:rPr lang="en-US"/>
              <a:t>space, either there is </a:t>
            </a:r>
            <a:br>
              <a:rPr lang="en-US"/>
            </a:br>
            <a:r>
              <a:rPr lang="en-US"/>
              <a:t>magic or there is not.”</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B9E79D5A-6F2A-4695-B4B3-D65CC2234934}"/>
              </a:ext>
            </a:extLst>
          </p:cNvPr>
          <p:cNvSpPr>
            <a:spLocks noGrp="1"/>
          </p:cNvSpPr>
          <p:nvPr>
            <p:ph type="pic" sz="quarter" idx="19" hasCustomPrompt="1"/>
          </p:nvPr>
        </p:nvSpPr>
        <p:spPr bwMode="ltGray">
          <a:xfrm>
            <a:off x="6073629" y="729843"/>
            <a:ext cx="5394121" cy="5368954"/>
          </a:xfrm>
          <a:prstGeom prst="rect">
            <a:avLst/>
          </a:prstGeom>
          <a:solidFill>
            <a:srgbClr val="D9D9D6"/>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12163398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075">
          <p15:clr>
            <a:srgbClr val="FBAE40"/>
          </p15:clr>
        </p15:guide>
        <p15:guide id="2" orient="horz" pos="2450">
          <p15:clr>
            <a:srgbClr val="FBAE40"/>
          </p15:clr>
        </p15:guide>
        <p15:guide id="3" orient="horz" pos="264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_1-column_Large typ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US"/>
              <a:t>Agenda</a:t>
            </a:r>
          </a:p>
        </p:txBody>
      </p:sp>
      <p:sp>
        <p:nvSpPr>
          <p:cNvPr id="3" name="Text Placeholder 3">
            <a:extLst>
              <a:ext uri="{FF2B5EF4-FFF2-40B4-BE49-F238E27FC236}">
                <a16:creationId xmlns:a16="http://schemas.microsoft.com/office/drawing/2014/main" id="{6407BFDD-926C-A843-EBF8-302E0C66AD35}"/>
              </a:ext>
            </a:extLst>
          </p:cNvPr>
          <p:cNvSpPr>
            <a:spLocks noGrp="1"/>
          </p:cNvSpPr>
          <p:nvPr>
            <p:ph type="body" sz="quarter" idx="12" hasCustomPrompt="1"/>
          </p:nvPr>
        </p:nvSpPr>
        <p:spPr>
          <a:xfrm>
            <a:off x="584199" y="1589670"/>
            <a:ext cx="8193024" cy="646908"/>
          </a:xfrm>
          <a:prstGeom prst="rect">
            <a:avLst/>
          </a:prstGeom>
        </p:spPr>
        <p:txBody>
          <a:bodyPr/>
          <a:lstStyle>
            <a:lvl1pPr marL="514350" indent="-514350">
              <a:lnSpc>
                <a:spcPct val="150000"/>
              </a:lnSpc>
              <a:spcBef>
                <a:spcPts val="0"/>
              </a:spcBef>
              <a:buSzPct val="100000"/>
              <a:buFont typeface="+mj-lt"/>
              <a:buAutoNum type="arabicPeriod"/>
              <a:defRPr sz="3200" spc="-20" baseline="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agenda items</a:t>
            </a:r>
          </a:p>
        </p:txBody>
      </p:sp>
    </p:spTree>
    <p:extLst>
      <p:ext uri="{BB962C8B-B14F-4D97-AF65-F5344CB8AC3E}">
        <p14:creationId xmlns:p14="http://schemas.microsoft.com/office/powerpoint/2010/main" val="3093085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58">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_2-colum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US"/>
              <a:t>Agenda</a:t>
            </a:r>
          </a:p>
        </p:txBody>
      </p:sp>
      <p:sp>
        <p:nvSpPr>
          <p:cNvPr id="7" name="Text Placeholder 4">
            <a:extLst>
              <a:ext uri="{FF2B5EF4-FFF2-40B4-BE49-F238E27FC236}">
                <a16:creationId xmlns:a16="http://schemas.microsoft.com/office/drawing/2014/main" id="{8D3AFA1B-C429-B83D-8D02-B5D2749675F4}"/>
              </a:ext>
            </a:extLst>
          </p:cNvPr>
          <p:cNvSpPr>
            <a:spLocks noGrp="1"/>
          </p:cNvSpPr>
          <p:nvPr>
            <p:ph type="body" sz="quarter" idx="12" hasCustomPrompt="1"/>
          </p:nvPr>
        </p:nvSpPr>
        <p:spPr>
          <a:xfrm>
            <a:off x="592137" y="2588260"/>
            <a:ext cx="3471863" cy="280333"/>
          </a:xfrm>
          <a:prstGeom prst="rect">
            <a:avLst/>
          </a:prstGeom>
        </p:spPr>
        <p:txBody>
          <a:bodyPr/>
          <a:lstStyle>
            <a:lvl1pPr marL="342900" indent="-342900">
              <a:lnSpc>
                <a:spcPct val="200000"/>
              </a:lnSpc>
              <a:spcBef>
                <a:spcPts val="0"/>
              </a:spcBef>
              <a:buSzPct val="100000"/>
              <a:buFont typeface="+mj-lt"/>
              <a:buAutoNum type="arabicPeriod"/>
              <a:tabLst>
                <a:tab pos="457200" algn="l"/>
              </a:tabLst>
              <a:defRPr>
                <a:solidFill>
                  <a:srgbClr val="091F2C"/>
                </a:solidFill>
              </a:defRPr>
            </a:lvl1pPr>
          </a:lstStyle>
          <a:p>
            <a:pPr marL="342900" marR="0" lvl="0" indent="-342900" algn="l" defTabSz="932742" rtl="0" eaLnBrk="1" fontAlgn="auto" latinLnBrk="0" hangingPunct="1">
              <a:lnSpc>
                <a:spcPct val="125000"/>
              </a:lnSpc>
              <a:spcBef>
                <a:spcPct val="20000"/>
              </a:spcBef>
              <a:spcAft>
                <a:spcPts val="0"/>
              </a:spcAft>
              <a:buClrTx/>
              <a:buSzPct val="90000"/>
              <a:tabLst/>
              <a:defRPr/>
            </a:pPr>
            <a:r>
              <a:rPr lang="en-US"/>
              <a:t>Click to add agenda items</a:t>
            </a:r>
          </a:p>
        </p:txBody>
      </p:sp>
      <p:sp>
        <p:nvSpPr>
          <p:cNvPr id="8" name="Text Placeholder 4">
            <a:extLst>
              <a:ext uri="{FF2B5EF4-FFF2-40B4-BE49-F238E27FC236}">
                <a16:creationId xmlns:a16="http://schemas.microsoft.com/office/drawing/2014/main" id="{55C1871A-6E6A-2788-D8A8-24520DF009E2}"/>
              </a:ext>
            </a:extLst>
          </p:cNvPr>
          <p:cNvSpPr>
            <a:spLocks noGrp="1"/>
          </p:cNvSpPr>
          <p:nvPr>
            <p:ph type="body" sz="quarter" idx="14" hasCustomPrompt="1"/>
          </p:nvPr>
        </p:nvSpPr>
        <p:spPr>
          <a:xfrm>
            <a:off x="4356100" y="2588259"/>
            <a:ext cx="3478213" cy="280333"/>
          </a:xfrm>
          <a:prstGeom prst="rect">
            <a:avLst/>
          </a:prstGeom>
        </p:spPr>
        <p:txBody>
          <a:bodyPr/>
          <a:lstStyle>
            <a:lvl1pPr marL="342900" indent="-342900">
              <a:lnSpc>
                <a:spcPct val="200000"/>
              </a:lnSpc>
              <a:spcBef>
                <a:spcPts val="0"/>
              </a:spcBef>
              <a:buSzPct val="100000"/>
              <a:buFont typeface="+mj-lt"/>
              <a:buAutoNum type="arabicPeriod"/>
              <a:defRPr>
                <a:solidFill>
                  <a:srgbClr val="091F2C"/>
                </a:solidFill>
              </a:defRPr>
            </a:lvl1pPr>
          </a:lstStyle>
          <a:p>
            <a:pPr marL="342900" marR="0" lvl="0" indent="-342900" algn="l" defTabSz="932742" rtl="0" eaLnBrk="1" fontAlgn="auto" latinLnBrk="0" hangingPunct="1">
              <a:lnSpc>
                <a:spcPct val="125000"/>
              </a:lnSpc>
              <a:spcBef>
                <a:spcPct val="20000"/>
              </a:spcBef>
              <a:spcAft>
                <a:spcPts val="0"/>
              </a:spcAft>
              <a:buClrTx/>
              <a:buSzPct val="90000"/>
              <a:tabLst/>
              <a:defRPr/>
            </a:pPr>
            <a:r>
              <a:rPr lang="en-US"/>
              <a:t>Click to add agenda items</a:t>
            </a:r>
          </a:p>
        </p:txBody>
      </p:sp>
    </p:spTree>
    <p:extLst>
      <p:ext uri="{BB962C8B-B14F-4D97-AF65-F5344CB8AC3E}">
        <p14:creationId xmlns:p14="http://schemas.microsoft.com/office/powerpoint/2010/main" val="4872088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roster_5 members">
    <p:bg>
      <p:bgPr>
        <a:solidFill>
          <a:schemeClr val="bg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9200AA5-534F-4DB2-99C4-BD7D13E70411}"/>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9" name="Picture Placeholder 1" descr="This photo is a 'placeholder' only. Drag or drop your photo here, or click and tap the center to insert a photo.">
            <a:extLst>
              <a:ext uri="{FF2B5EF4-FFF2-40B4-BE49-F238E27FC236}">
                <a16:creationId xmlns:a16="http://schemas.microsoft.com/office/drawing/2014/main" id="{25271285-D493-2909-B8D0-4B64C7948B57}"/>
              </a:ext>
            </a:extLst>
          </p:cNvPr>
          <p:cNvSpPr>
            <a:spLocks noGrp="1" noChangeAspect="1"/>
          </p:cNvSpPr>
          <p:nvPr>
            <p:ph type="pic" sz="quarter" idx="21" hasCustomPrompt="1"/>
          </p:nvPr>
        </p:nvSpPr>
        <p:spPr bwMode="ltGray">
          <a:xfrm>
            <a:off x="597395" y="2282265"/>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1A">
            <a:extLst>
              <a:ext uri="{FF2B5EF4-FFF2-40B4-BE49-F238E27FC236}">
                <a16:creationId xmlns:a16="http://schemas.microsoft.com/office/drawing/2014/main" id="{69E33CF6-CE02-8191-5DAE-9DC52CCF2311}"/>
              </a:ext>
            </a:extLst>
          </p:cNvPr>
          <p:cNvSpPr>
            <a:spLocks noGrp="1"/>
          </p:cNvSpPr>
          <p:nvPr>
            <p:ph type="body" sz="quarter" idx="36" hasCustomPrompt="1"/>
          </p:nvPr>
        </p:nvSpPr>
        <p:spPr>
          <a:xfrm>
            <a:off x="584200" y="4527175"/>
            <a:ext cx="1885950" cy="246221"/>
          </a:xfrm>
          <a:prstGeom prst="rect">
            <a:avLst/>
          </a:prstGeom>
        </p:spPr>
        <p:txBody>
          <a:bodyPr anchor="b"/>
          <a:lstStyle>
            <a:lvl1pPr marL="0" indent="0">
              <a:buNone/>
              <a:defRPr sz="1600">
                <a:solidFill>
                  <a:schemeClr val="accent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5" name="Text Placeholder 1B">
            <a:extLst>
              <a:ext uri="{FF2B5EF4-FFF2-40B4-BE49-F238E27FC236}">
                <a16:creationId xmlns:a16="http://schemas.microsoft.com/office/drawing/2014/main" id="{27D3EC30-FCEE-E7E9-9673-377FD5B34CCE}"/>
              </a:ext>
            </a:extLst>
          </p:cNvPr>
          <p:cNvSpPr>
            <a:spLocks noGrp="1"/>
          </p:cNvSpPr>
          <p:nvPr>
            <p:ph type="body" sz="quarter" idx="37" hasCustomPrompt="1"/>
          </p:nvPr>
        </p:nvSpPr>
        <p:spPr>
          <a:xfrm>
            <a:off x="584200" y="4802686"/>
            <a:ext cx="1885950" cy="184666"/>
          </a:xfrm>
          <a:prstGeom prst="rect">
            <a:avLst/>
          </a:prstGeom>
        </p:spPr>
        <p:txBody>
          <a:bodyPr/>
          <a:lstStyle>
            <a:lvl1pPr marL="0" indent="0">
              <a:buNone/>
              <a:defRPr sz="1200">
                <a:solidFill>
                  <a:schemeClr val="accent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 name="Text Placeholder 2A sub">
            <a:extLst>
              <a:ext uri="{FF2B5EF4-FFF2-40B4-BE49-F238E27FC236}">
                <a16:creationId xmlns:a16="http://schemas.microsoft.com/office/drawing/2014/main" id="{C52F3FEC-ED52-1E1B-FEC9-D7D1ED435F20}"/>
              </a:ext>
            </a:extLst>
          </p:cNvPr>
          <p:cNvSpPr>
            <a:spLocks noGrp="1"/>
          </p:cNvSpPr>
          <p:nvPr>
            <p:ph type="body" sz="quarter" idx="48" hasCustomPrompt="1"/>
          </p:nvPr>
        </p:nvSpPr>
        <p:spPr>
          <a:xfrm>
            <a:off x="597395" y="5290479"/>
            <a:ext cx="1858900" cy="646331"/>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10" name="Picture Placeholder 2" descr="This photo is a 'placeholder' only. Drag or drop your photo here, or click and tap the center to insert a photo.">
            <a:extLst>
              <a:ext uri="{FF2B5EF4-FFF2-40B4-BE49-F238E27FC236}">
                <a16:creationId xmlns:a16="http://schemas.microsoft.com/office/drawing/2014/main" id="{2D0C1A78-6BFC-AA6D-9798-DE6EBCD398A3}"/>
              </a:ext>
            </a:extLst>
          </p:cNvPr>
          <p:cNvSpPr>
            <a:spLocks noGrp="1" noChangeAspect="1"/>
          </p:cNvSpPr>
          <p:nvPr>
            <p:ph type="pic" sz="quarter" idx="32" hasCustomPrompt="1"/>
          </p:nvPr>
        </p:nvSpPr>
        <p:spPr bwMode="ltGray">
          <a:xfrm>
            <a:off x="2885660" y="2282264"/>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6" name="Text Placeholder 2A">
            <a:extLst>
              <a:ext uri="{FF2B5EF4-FFF2-40B4-BE49-F238E27FC236}">
                <a16:creationId xmlns:a16="http://schemas.microsoft.com/office/drawing/2014/main" id="{22528D89-CEB2-4983-ABCA-81A91C7DBC6D}"/>
              </a:ext>
            </a:extLst>
          </p:cNvPr>
          <p:cNvSpPr>
            <a:spLocks noGrp="1"/>
          </p:cNvSpPr>
          <p:nvPr>
            <p:ph type="body" sz="quarter" idx="38" hasCustomPrompt="1"/>
          </p:nvPr>
        </p:nvSpPr>
        <p:spPr>
          <a:xfrm>
            <a:off x="2895600" y="4527175"/>
            <a:ext cx="1885950" cy="246221"/>
          </a:xfrm>
          <a:prstGeom prst="rect">
            <a:avLst/>
          </a:prstGeom>
        </p:spPr>
        <p:txBody>
          <a:bodyPr anchor="b"/>
          <a:lstStyle>
            <a:lvl1pPr marL="0" indent="0">
              <a:buNone/>
              <a:defRPr sz="1600">
                <a:solidFill>
                  <a:schemeClr val="accent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7" name="Text Placeholder 2B">
            <a:extLst>
              <a:ext uri="{FF2B5EF4-FFF2-40B4-BE49-F238E27FC236}">
                <a16:creationId xmlns:a16="http://schemas.microsoft.com/office/drawing/2014/main" id="{988B2881-77DC-1A2F-107B-57035EBD1E23}"/>
              </a:ext>
            </a:extLst>
          </p:cNvPr>
          <p:cNvSpPr>
            <a:spLocks noGrp="1"/>
          </p:cNvSpPr>
          <p:nvPr>
            <p:ph type="body" sz="quarter" idx="39" hasCustomPrompt="1"/>
          </p:nvPr>
        </p:nvSpPr>
        <p:spPr>
          <a:xfrm>
            <a:off x="2895600" y="4802686"/>
            <a:ext cx="1885950" cy="184666"/>
          </a:xfrm>
          <a:prstGeom prst="rect">
            <a:avLst/>
          </a:prstGeom>
        </p:spPr>
        <p:txBody>
          <a:bodyPr/>
          <a:lstStyle>
            <a:lvl1pPr marL="0" indent="0">
              <a:buNone/>
              <a:defRPr sz="1200">
                <a:solidFill>
                  <a:schemeClr val="accent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8" name="Text Placeholder 2A sub">
            <a:extLst>
              <a:ext uri="{FF2B5EF4-FFF2-40B4-BE49-F238E27FC236}">
                <a16:creationId xmlns:a16="http://schemas.microsoft.com/office/drawing/2014/main" id="{FE0BCAA1-F20A-0CFA-5AC9-055DC12ABD67}"/>
              </a:ext>
            </a:extLst>
          </p:cNvPr>
          <p:cNvSpPr>
            <a:spLocks noGrp="1"/>
          </p:cNvSpPr>
          <p:nvPr>
            <p:ph type="body" sz="quarter" idx="56" hasCustomPrompt="1"/>
          </p:nvPr>
        </p:nvSpPr>
        <p:spPr>
          <a:xfrm>
            <a:off x="2900758" y="5290479"/>
            <a:ext cx="1858900" cy="646331"/>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11" name="Picture Placeholder 3" descr="This photo is a 'placeholder' only. Drag or drop your photo here, or click and tap the center to insert a photo.">
            <a:extLst>
              <a:ext uri="{FF2B5EF4-FFF2-40B4-BE49-F238E27FC236}">
                <a16:creationId xmlns:a16="http://schemas.microsoft.com/office/drawing/2014/main" id="{7FEBDD14-B587-CDA5-95F6-44538FE1C49C}"/>
              </a:ext>
            </a:extLst>
          </p:cNvPr>
          <p:cNvSpPr>
            <a:spLocks noGrp="1" noChangeAspect="1"/>
          </p:cNvSpPr>
          <p:nvPr>
            <p:ph type="pic" sz="quarter" idx="33" hasCustomPrompt="1"/>
          </p:nvPr>
        </p:nvSpPr>
        <p:spPr bwMode="ltGray">
          <a:xfrm>
            <a:off x="5206586" y="2282264"/>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8" name="Text Placeholder 3A">
            <a:extLst>
              <a:ext uri="{FF2B5EF4-FFF2-40B4-BE49-F238E27FC236}">
                <a16:creationId xmlns:a16="http://schemas.microsoft.com/office/drawing/2014/main" id="{7F155CC7-5F74-3EC5-69FE-18623BEBC981}"/>
              </a:ext>
            </a:extLst>
          </p:cNvPr>
          <p:cNvSpPr>
            <a:spLocks noGrp="1"/>
          </p:cNvSpPr>
          <p:nvPr>
            <p:ph type="body" sz="quarter" idx="40" hasCustomPrompt="1"/>
          </p:nvPr>
        </p:nvSpPr>
        <p:spPr>
          <a:xfrm>
            <a:off x="5181600" y="4527175"/>
            <a:ext cx="1885950" cy="246221"/>
          </a:xfrm>
          <a:prstGeom prst="rect">
            <a:avLst/>
          </a:prstGeom>
        </p:spPr>
        <p:txBody>
          <a:bodyPr anchor="b"/>
          <a:lstStyle>
            <a:lvl1pPr marL="0" indent="0">
              <a:buNone/>
              <a:defRPr sz="1600">
                <a:solidFill>
                  <a:schemeClr val="accent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9" name="Text Placeholder 3B">
            <a:extLst>
              <a:ext uri="{FF2B5EF4-FFF2-40B4-BE49-F238E27FC236}">
                <a16:creationId xmlns:a16="http://schemas.microsoft.com/office/drawing/2014/main" id="{A65117A9-00CA-B026-B5F8-28A6190FD25D}"/>
              </a:ext>
            </a:extLst>
          </p:cNvPr>
          <p:cNvSpPr>
            <a:spLocks noGrp="1"/>
          </p:cNvSpPr>
          <p:nvPr>
            <p:ph type="body" sz="quarter" idx="41" hasCustomPrompt="1"/>
          </p:nvPr>
        </p:nvSpPr>
        <p:spPr>
          <a:xfrm>
            <a:off x="5181600" y="4802686"/>
            <a:ext cx="1885950" cy="184666"/>
          </a:xfrm>
          <a:prstGeom prst="rect">
            <a:avLst/>
          </a:prstGeom>
        </p:spPr>
        <p:txBody>
          <a:bodyPr/>
          <a:lstStyle>
            <a:lvl1pPr marL="0" indent="0">
              <a:buNone/>
              <a:defRPr sz="1200">
                <a:solidFill>
                  <a:schemeClr val="accent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29" name="Text Placeholder 2A sub">
            <a:extLst>
              <a:ext uri="{FF2B5EF4-FFF2-40B4-BE49-F238E27FC236}">
                <a16:creationId xmlns:a16="http://schemas.microsoft.com/office/drawing/2014/main" id="{289A9AE8-EBC7-0EC4-72DB-47F17F26ADFC}"/>
              </a:ext>
            </a:extLst>
          </p:cNvPr>
          <p:cNvSpPr>
            <a:spLocks noGrp="1"/>
          </p:cNvSpPr>
          <p:nvPr>
            <p:ph type="body" sz="quarter" idx="57" hasCustomPrompt="1"/>
          </p:nvPr>
        </p:nvSpPr>
        <p:spPr>
          <a:xfrm>
            <a:off x="5180970" y="5290479"/>
            <a:ext cx="1858900" cy="646331"/>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12" name="Picture Placeholder 4" descr="This photo is a 'placeholder' only. Drag or drop your photo here, or click and tap the center to insert a photo.">
            <a:extLst>
              <a:ext uri="{FF2B5EF4-FFF2-40B4-BE49-F238E27FC236}">
                <a16:creationId xmlns:a16="http://schemas.microsoft.com/office/drawing/2014/main" id="{25464B59-7AE7-A605-E22D-D314BEDA3866}"/>
              </a:ext>
            </a:extLst>
          </p:cNvPr>
          <p:cNvSpPr>
            <a:spLocks noGrp="1" noChangeAspect="1"/>
          </p:cNvSpPr>
          <p:nvPr>
            <p:ph type="pic" sz="quarter" idx="34" hasCustomPrompt="1"/>
          </p:nvPr>
        </p:nvSpPr>
        <p:spPr bwMode="ltGray">
          <a:xfrm>
            <a:off x="7444409" y="2282264"/>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4A">
            <a:extLst>
              <a:ext uri="{FF2B5EF4-FFF2-40B4-BE49-F238E27FC236}">
                <a16:creationId xmlns:a16="http://schemas.microsoft.com/office/drawing/2014/main" id="{7A6A4F37-A255-2C20-A048-E8875097C2AA}"/>
              </a:ext>
            </a:extLst>
          </p:cNvPr>
          <p:cNvSpPr>
            <a:spLocks noGrp="1"/>
          </p:cNvSpPr>
          <p:nvPr>
            <p:ph type="body" sz="quarter" idx="42" hasCustomPrompt="1"/>
          </p:nvPr>
        </p:nvSpPr>
        <p:spPr>
          <a:xfrm>
            <a:off x="7453312" y="4527175"/>
            <a:ext cx="1885950" cy="246221"/>
          </a:xfrm>
          <a:prstGeom prst="rect">
            <a:avLst/>
          </a:prstGeom>
        </p:spPr>
        <p:txBody>
          <a:bodyPr anchor="b"/>
          <a:lstStyle>
            <a:lvl1pPr marL="0" indent="0">
              <a:buNone/>
              <a:defRPr sz="1600">
                <a:solidFill>
                  <a:schemeClr val="accent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21" name="Text Placeholder 4B">
            <a:extLst>
              <a:ext uri="{FF2B5EF4-FFF2-40B4-BE49-F238E27FC236}">
                <a16:creationId xmlns:a16="http://schemas.microsoft.com/office/drawing/2014/main" id="{36635293-12C9-9787-FE93-1496939C8C5D}"/>
              </a:ext>
            </a:extLst>
          </p:cNvPr>
          <p:cNvSpPr>
            <a:spLocks noGrp="1"/>
          </p:cNvSpPr>
          <p:nvPr>
            <p:ph type="body" sz="quarter" idx="43" hasCustomPrompt="1"/>
          </p:nvPr>
        </p:nvSpPr>
        <p:spPr>
          <a:xfrm>
            <a:off x="7453312" y="4802686"/>
            <a:ext cx="1885950" cy="184666"/>
          </a:xfrm>
          <a:prstGeom prst="rect">
            <a:avLst/>
          </a:prstGeom>
        </p:spPr>
        <p:txBody>
          <a:bodyPr/>
          <a:lstStyle>
            <a:lvl1pPr marL="0" indent="0">
              <a:buNone/>
              <a:defRPr sz="1200">
                <a:solidFill>
                  <a:schemeClr val="accent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0" name="Text Placeholder 2A sub">
            <a:extLst>
              <a:ext uri="{FF2B5EF4-FFF2-40B4-BE49-F238E27FC236}">
                <a16:creationId xmlns:a16="http://schemas.microsoft.com/office/drawing/2014/main" id="{1CE5E349-E2C2-B62B-6BC7-D0115872991F}"/>
              </a:ext>
            </a:extLst>
          </p:cNvPr>
          <p:cNvSpPr>
            <a:spLocks noGrp="1"/>
          </p:cNvSpPr>
          <p:nvPr>
            <p:ph type="body" sz="quarter" idx="58" hasCustomPrompt="1"/>
          </p:nvPr>
        </p:nvSpPr>
        <p:spPr>
          <a:xfrm>
            <a:off x="7426459" y="5290479"/>
            <a:ext cx="1858900" cy="646331"/>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13" name="Picture Placeholder 5" descr="This photo is a 'placeholder' only. Drag or drop your photo here, or click and tap the center to insert a photo.">
            <a:extLst>
              <a:ext uri="{FF2B5EF4-FFF2-40B4-BE49-F238E27FC236}">
                <a16:creationId xmlns:a16="http://schemas.microsoft.com/office/drawing/2014/main" id="{0F75E86C-ECD1-BDC8-0943-DCE2B3FACB6C}"/>
              </a:ext>
            </a:extLst>
          </p:cNvPr>
          <p:cNvSpPr>
            <a:spLocks noGrp="1" noChangeAspect="1"/>
          </p:cNvSpPr>
          <p:nvPr>
            <p:ph type="pic" sz="quarter" idx="35" hasCustomPrompt="1"/>
          </p:nvPr>
        </p:nvSpPr>
        <p:spPr bwMode="ltGray">
          <a:xfrm>
            <a:off x="9732820" y="2282265"/>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2" name="Text Placeholder 5A">
            <a:extLst>
              <a:ext uri="{FF2B5EF4-FFF2-40B4-BE49-F238E27FC236}">
                <a16:creationId xmlns:a16="http://schemas.microsoft.com/office/drawing/2014/main" id="{944DC697-F755-6838-B8CC-0A3E0EE7066C}"/>
              </a:ext>
            </a:extLst>
          </p:cNvPr>
          <p:cNvSpPr>
            <a:spLocks noGrp="1"/>
          </p:cNvSpPr>
          <p:nvPr>
            <p:ph type="body" sz="quarter" idx="44" hasCustomPrompt="1"/>
          </p:nvPr>
        </p:nvSpPr>
        <p:spPr>
          <a:xfrm>
            <a:off x="9725024" y="4527175"/>
            <a:ext cx="1885950" cy="246221"/>
          </a:xfrm>
          <a:prstGeom prst="rect">
            <a:avLst/>
          </a:prstGeom>
        </p:spPr>
        <p:txBody>
          <a:bodyPr anchor="b"/>
          <a:lstStyle>
            <a:lvl1pPr marL="0" indent="0">
              <a:buNone/>
              <a:defRPr sz="1600">
                <a:solidFill>
                  <a:schemeClr val="accent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23" name="Text Placeholder 5B">
            <a:extLst>
              <a:ext uri="{FF2B5EF4-FFF2-40B4-BE49-F238E27FC236}">
                <a16:creationId xmlns:a16="http://schemas.microsoft.com/office/drawing/2014/main" id="{2011B957-D1A2-2DAE-D594-2F0E38E21978}"/>
              </a:ext>
            </a:extLst>
          </p:cNvPr>
          <p:cNvSpPr>
            <a:spLocks noGrp="1"/>
          </p:cNvSpPr>
          <p:nvPr>
            <p:ph type="body" sz="quarter" idx="45" hasCustomPrompt="1"/>
          </p:nvPr>
        </p:nvSpPr>
        <p:spPr>
          <a:xfrm>
            <a:off x="9725024" y="4802686"/>
            <a:ext cx="1885950" cy="184666"/>
          </a:xfrm>
          <a:prstGeom prst="rect">
            <a:avLst/>
          </a:prstGeom>
        </p:spPr>
        <p:txBody>
          <a:bodyPr/>
          <a:lstStyle>
            <a:lvl1pPr marL="0" indent="0">
              <a:buNone/>
              <a:defRPr sz="1200">
                <a:solidFill>
                  <a:schemeClr val="accent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1" name="Text Placeholder 2A sub">
            <a:extLst>
              <a:ext uri="{FF2B5EF4-FFF2-40B4-BE49-F238E27FC236}">
                <a16:creationId xmlns:a16="http://schemas.microsoft.com/office/drawing/2014/main" id="{9E177AA9-B8CD-4FAB-41EF-487A1817117B}"/>
              </a:ext>
            </a:extLst>
          </p:cNvPr>
          <p:cNvSpPr>
            <a:spLocks noGrp="1"/>
          </p:cNvSpPr>
          <p:nvPr>
            <p:ph type="body" sz="quarter" idx="59" hasCustomPrompt="1"/>
          </p:nvPr>
        </p:nvSpPr>
        <p:spPr>
          <a:xfrm>
            <a:off x="9729821" y="5290479"/>
            <a:ext cx="1858900" cy="646331"/>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Tree>
    <p:extLst>
      <p:ext uri="{BB962C8B-B14F-4D97-AF65-F5344CB8AC3E}">
        <p14:creationId xmlns:p14="http://schemas.microsoft.com/office/powerpoint/2010/main" val="337642897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4">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roster_Multiple teams">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80" name="Team 1">
            <a:extLst>
              <a:ext uri="{FF2B5EF4-FFF2-40B4-BE49-F238E27FC236}">
                <a16:creationId xmlns:a16="http://schemas.microsoft.com/office/drawing/2014/main" id="{EAC1260E-BA48-53D3-BF6A-F6A0DFCCE784}"/>
              </a:ext>
            </a:extLst>
          </p:cNvPr>
          <p:cNvSpPr>
            <a:spLocks noGrp="1"/>
          </p:cNvSpPr>
          <p:nvPr>
            <p:ph type="body" sz="quarter" idx="41" hasCustomPrompt="1"/>
          </p:nvPr>
        </p:nvSpPr>
        <p:spPr>
          <a:xfrm>
            <a:off x="584200" y="2038192"/>
            <a:ext cx="1487488" cy="246221"/>
          </a:xfrm>
          <a:prstGeom prst="rect">
            <a:avLst/>
          </a:prstGeom>
        </p:spPr>
        <p:txBody>
          <a:bodyPr/>
          <a:lstStyle>
            <a:lvl1pPr marL="0" indent="0">
              <a:buNone/>
              <a:defRPr sz="1600">
                <a:solidFill>
                  <a:srgbClr val="C03BC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a:t>
            </a:r>
          </a:p>
        </p:txBody>
      </p:sp>
      <p:sp>
        <p:nvSpPr>
          <p:cNvPr id="58" name="Picture 1A" descr="This photo is a 'placeholder' only. Drag or drop your photo here, or click and tap the center to insert a photo.">
            <a:extLst>
              <a:ext uri="{FF2B5EF4-FFF2-40B4-BE49-F238E27FC236}">
                <a16:creationId xmlns:a16="http://schemas.microsoft.com/office/drawing/2014/main" id="{CF09008E-C8DA-8542-44BB-F1439E163666}"/>
              </a:ext>
            </a:extLst>
          </p:cNvPr>
          <p:cNvSpPr>
            <a:spLocks noGrp="1" noChangeAspect="1"/>
          </p:cNvSpPr>
          <p:nvPr>
            <p:ph type="pic" sz="quarter" idx="28"/>
          </p:nvPr>
        </p:nvSpPr>
        <p:spPr bwMode="ltGray">
          <a:xfrm>
            <a:off x="2179638"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87" name="Text 1A">
            <a:extLst>
              <a:ext uri="{FF2B5EF4-FFF2-40B4-BE49-F238E27FC236}">
                <a16:creationId xmlns:a16="http://schemas.microsoft.com/office/drawing/2014/main" id="{D337A474-C652-3B0E-29FC-8E6BCEB708D7}"/>
              </a:ext>
            </a:extLst>
          </p:cNvPr>
          <p:cNvSpPr>
            <a:spLocks noGrp="1"/>
          </p:cNvSpPr>
          <p:nvPr>
            <p:ph type="body" sz="quarter" idx="45" hasCustomPrompt="1"/>
          </p:nvPr>
        </p:nvSpPr>
        <p:spPr>
          <a:xfrm>
            <a:off x="3193643" y="1985962"/>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88" name="Text 1A sub">
            <a:extLst>
              <a:ext uri="{FF2B5EF4-FFF2-40B4-BE49-F238E27FC236}">
                <a16:creationId xmlns:a16="http://schemas.microsoft.com/office/drawing/2014/main" id="{1F00B75E-01E0-5E87-E386-BDFC35FFFF8F}"/>
              </a:ext>
            </a:extLst>
          </p:cNvPr>
          <p:cNvSpPr>
            <a:spLocks noGrp="1"/>
          </p:cNvSpPr>
          <p:nvPr>
            <p:ph type="body" sz="quarter" idx="46" hasCustomPrompt="1"/>
          </p:nvPr>
        </p:nvSpPr>
        <p:spPr>
          <a:xfrm>
            <a:off x="3193643" y="2190035"/>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2" name="Picture1B" descr="This photo is a 'placeholder' only. Drag or drop your photo here, or click and tap the center to insert a photo.">
            <a:extLst>
              <a:ext uri="{FF2B5EF4-FFF2-40B4-BE49-F238E27FC236}">
                <a16:creationId xmlns:a16="http://schemas.microsoft.com/office/drawing/2014/main" id="{CEACD9E7-51B8-5254-3686-175C5BB133DF}"/>
              </a:ext>
            </a:extLst>
          </p:cNvPr>
          <p:cNvSpPr>
            <a:spLocks noGrp="1" noChangeAspect="1"/>
          </p:cNvSpPr>
          <p:nvPr>
            <p:ph type="pic" sz="quarter" idx="32"/>
          </p:nvPr>
        </p:nvSpPr>
        <p:spPr bwMode="ltGray">
          <a:xfrm>
            <a:off x="4609587"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09" name="Text Placeholder 1B">
            <a:extLst>
              <a:ext uri="{FF2B5EF4-FFF2-40B4-BE49-F238E27FC236}">
                <a16:creationId xmlns:a16="http://schemas.microsoft.com/office/drawing/2014/main" id="{A2873A7E-CEE4-0C4E-8167-6EF0987D2674}"/>
              </a:ext>
            </a:extLst>
          </p:cNvPr>
          <p:cNvSpPr>
            <a:spLocks noGrp="1"/>
          </p:cNvSpPr>
          <p:nvPr>
            <p:ph type="body" sz="quarter" idx="53" hasCustomPrompt="1"/>
          </p:nvPr>
        </p:nvSpPr>
        <p:spPr>
          <a:xfrm>
            <a:off x="5627448" y="1985962"/>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10" name="Text Placeholder 1B sub">
            <a:extLst>
              <a:ext uri="{FF2B5EF4-FFF2-40B4-BE49-F238E27FC236}">
                <a16:creationId xmlns:a16="http://schemas.microsoft.com/office/drawing/2014/main" id="{AB9871B7-8BB1-E459-64EE-59D815CD2383}"/>
              </a:ext>
            </a:extLst>
          </p:cNvPr>
          <p:cNvSpPr>
            <a:spLocks noGrp="1"/>
          </p:cNvSpPr>
          <p:nvPr>
            <p:ph type="body" sz="quarter" idx="54" hasCustomPrompt="1"/>
          </p:nvPr>
        </p:nvSpPr>
        <p:spPr>
          <a:xfrm>
            <a:off x="5627448" y="2190035"/>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6" name="Picture 1C" descr="This photo is a 'placeholder' only. Drag or drop your photo here, or click and tap the center to insert a photo.">
            <a:extLst>
              <a:ext uri="{FF2B5EF4-FFF2-40B4-BE49-F238E27FC236}">
                <a16:creationId xmlns:a16="http://schemas.microsoft.com/office/drawing/2014/main" id="{670E16F5-3AA1-FEA9-317D-C40075021B6D}"/>
              </a:ext>
            </a:extLst>
          </p:cNvPr>
          <p:cNvSpPr>
            <a:spLocks noGrp="1" noChangeAspect="1"/>
          </p:cNvSpPr>
          <p:nvPr>
            <p:ph type="pic" sz="quarter" idx="36"/>
          </p:nvPr>
        </p:nvSpPr>
        <p:spPr bwMode="ltGray">
          <a:xfrm>
            <a:off x="7049911"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17" name="Text Placeholder 58">
            <a:extLst>
              <a:ext uri="{FF2B5EF4-FFF2-40B4-BE49-F238E27FC236}">
                <a16:creationId xmlns:a16="http://schemas.microsoft.com/office/drawing/2014/main" id="{68856651-193C-FF68-98C9-C951D0E77529}"/>
              </a:ext>
            </a:extLst>
          </p:cNvPr>
          <p:cNvSpPr>
            <a:spLocks noGrp="1"/>
          </p:cNvSpPr>
          <p:nvPr>
            <p:ph type="body" sz="quarter" idx="61" hasCustomPrompt="1"/>
          </p:nvPr>
        </p:nvSpPr>
        <p:spPr>
          <a:xfrm>
            <a:off x="8057744" y="1985962"/>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18" name="Text Placeholder 58">
            <a:extLst>
              <a:ext uri="{FF2B5EF4-FFF2-40B4-BE49-F238E27FC236}">
                <a16:creationId xmlns:a16="http://schemas.microsoft.com/office/drawing/2014/main" id="{FB65F947-C716-277E-9951-A3340251913A}"/>
              </a:ext>
            </a:extLst>
          </p:cNvPr>
          <p:cNvSpPr>
            <a:spLocks noGrp="1"/>
          </p:cNvSpPr>
          <p:nvPr>
            <p:ph type="body" sz="quarter" idx="62" hasCustomPrompt="1"/>
          </p:nvPr>
        </p:nvSpPr>
        <p:spPr>
          <a:xfrm>
            <a:off x="8057744" y="2190035"/>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78" name="Picture 1D" descr="This photo is a 'placeholder' only. Drag or drop your photo here, or click and tap the center to insert a photo.">
            <a:extLst>
              <a:ext uri="{FF2B5EF4-FFF2-40B4-BE49-F238E27FC236}">
                <a16:creationId xmlns:a16="http://schemas.microsoft.com/office/drawing/2014/main" id="{EAF85CD8-23DF-4DD3-E38F-BC7907F52278}"/>
              </a:ext>
            </a:extLst>
          </p:cNvPr>
          <p:cNvSpPr>
            <a:spLocks noGrp="1" noChangeAspect="1"/>
          </p:cNvSpPr>
          <p:nvPr>
            <p:ph type="pic" sz="quarter" idx="40"/>
          </p:nvPr>
        </p:nvSpPr>
        <p:spPr bwMode="ltGray">
          <a:xfrm>
            <a:off x="9485490"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25" name="Text Placeholder 58">
            <a:extLst>
              <a:ext uri="{FF2B5EF4-FFF2-40B4-BE49-F238E27FC236}">
                <a16:creationId xmlns:a16="http://schemas.microsoft.com/office/drawing/2014/main" id="{2F40174B-F79F-9DA2-D924-306D82B535A7}"/>
              </a:ext>
            </a:extLst>
          </p:cNvPr>
          <p:cNvSpPr>
            <a:spLocks noGrp="1"/>
          </p:cNvSpPr>
          <p:nvPr>
            <p:ph type="body" sz="quarter" idx="69" hasCustomPrompt="1"/>
          </p:nvPr>
        </p:nvSpPr>
        <p:spPr>
          <a:xfrm>
            <a:off x="10478312" y="1985962"/>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26" name="Text Placeholder 58">
            <a:extLst>
              <a:ext uri="{FF2B5EF4-FFF2-40B4-BE49-F238E27FC236}">
                <a16:creationId xmlns:a16="http://schemas.microsoft.com/office/drawing/2014/main" id="{AC4C1DAE-B629-901C-0D8E-C695BB26A8F8}"/>
              </a:ext>
            </a:extLst>
          </p:cNvPr>
          <p:cNvSpPr>
            <a:spLocks noGrp="1"/>
          </p:cNvSpPr>
          <p:nvPr>
            <p:ph type="body" sz="quarter" idx="70" hasCustomPrompt="1"/>
          </p:nvPr>
        </p:nvSpPr>
        <p:spPr>
          <a:xfrm>
            <a:off x="10478312" y="2190035"/>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cxnSp>
        <p:nvCxnSpPr>
          <p:cNvPr id="3" name="Straight Connector 2">
            <a:extLst>
              <a:ext uri="{FF2B5EF4-FFF2-40B4-BE49-F238E27FC236}">
                <a16:creationId xmlns:a16="http://schemas.microsoft.com/office/drawing/2014/main" id="{52987D6A-0F2F-4E5F-3007-F11565E4BC07}"/>
              </a:ext>
            </a:extLst>
          </p:cNvPr>
          <p:cNvCxnSpPr>
            <a:cxnSpLocks/>
          </p:cNvCxnSpPr>
          <p:nvPr userDrawn="1"/>
        </p:nvCxnSpPr>
        <p:spPr>
          <a:xfrm>
            <a:off x="588662" y="2796209"/>
            <a:ext cx="11014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Team 2">
            <a:extLst>
              <a:ext uri="{FF2B5EF4-FFF2-40B4-BE49-F238E27FC236}">
                <a16:creationId xmlns:a16="http://schemas.microsoft.com/office/drawing/2014/main" id="{F05EC6DD-FD7C-4893-626E-18BCABF1A730}"/>
              </a:ext>
            </a:extLst>
          </p:cNvPr>
          <p:cNvSpPr>
            <a:spLocks noGrp="1"/>
          </p:cNvSpPr>
          <p:nvPr>
            <p:ph type="body" sz="quarter" idx="42" hasCustomPrompt="1"/>
          </p:nvPr>
        </p:nvSpPr>
        <p:spPr>
          <a:xfrm>
            <a:off x="584200" y="3276600"/>
            <a:ext cx="1487488" cy="246221"/>
          </a:xfrm>
          <a:prstGeom prst="rect">
            <a:avLst/>
          </a:prstGeom>
        </p:spPr>
        <p:txBody>
          <a:bodyPr/>
          <a:lstStyle>
            <a:lvl1pPr marL="0" indent="0">
              <a:buNone/>
              <a:defRPr sz="1600">
                <a:solidFill>
                  <a:srgbClr val="C03BC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a:t>
            </a:r>
          </a:p>
        </p:txBody>
      </p:sp>
      <p:sp>
        <p:nvSpPr>
          <p:cNvPr id="52" name="Picture 2A" descr="This photo is a 'placeholder' only. Drag or drop your photo here, or click and tap the center to insert a photo.">
            <a:extLst>
              <a:ext uri="{FF2B5EF4-FFF2-40B4-BE49-F238E27FC236}">
                <a16:creationId xmlns:a16="http://schemas.microsoft.com/office/drawing/2014/main" id="{3683265F-012D-6F07-2701-CE059692723B}"/>
              </a:ext>
            </a:extLst>
          </p:cNvPr>
          <p:cNvSpPr>
            <a:spLocks noGrp="1" noChangeAspect="1"/>
          </p:cNvSpPr>
          <p:nvPr>
            <p:ph type="pic" sz="quarter" idx="27"/>
          </p:nvPr>
        </p:nvSpPr>
        <p:spPr bwMode="ltGray">
          <a:xfrm>
            <a:off x="2179638"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03" name="Text Placeholder 2A">
            <a:extLst>
              <a:ext uri="{FF2B5EF4-FFF2-40B4-BE49-F238E27FC236}">
                <a16:creationId xmlns:a16="http://schemas.microsoft.com/office/drawing/2014/main" id="{9AC7CBEF-A69C-1153-95E2-03B55A949BC6}"/>
              </a:ext>
            </a:extLst>
          </p:cNvPr>
          <p:cNvSpPr>
            <a:spLocks noGrp="1"/>
          </p:cNvSpPr>
          <p:nvPr>
            <p:ph type="body" sz="quarter" idx="47" hasCustomPrompt="1"/>
          </p:nvPr>
        </p:nvSpPr>
        <p:spPr>
          <a:xfrm>
            <a:off x="3193643" y="3200400"/>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04" name="Text Placeholder 2A sub">
            <a:extLst>
              <a:ext uri="{FF2B5EF4-FFF2-40B4-BE49-F238E27FC236}">
                <a16:creationId xmlns:a16="http://schemas.microsoft.com/office/drawing/2014/main" id="{18F72234-E1C0-2AE8-3856-A9DA5D3E2366}"/>
              </a:ext>
            </a:extLst>
          </p:cNvPr>
          <p:cNvSpPr>
            <a:spLocks noGrp="1"/>
          </p:cNvSpPr>
          <p:nvPr>
            <p:ph type="body" sz="quarter" idx="48" hasCustomPrompt="1"/>
          </p:nvPr>
        </p:nvSpPr>
        <p:spPr>
          <a:xfrm>
            <a:off x="3193643" y="3404473"/>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1" name="Picture 2B" descr="This photo is a 'placeholder' only. Drag or drop your photo here, or click and tap the center to insert a photo.">
            <a:extLst>
              <a:ext uri="{FF2B5EF4-FFF2-40B4-BE49-F238E27FC236}">
                <a16:creationId xmlns:a16="http://schemas.microsoft.com/office/drawing/2014/main" id="{F86601BD-7BF4-FD32-0E9B-6603872589C2}"/>
              </a:ext>
            </a:extLst>
          </p:cNvPr>
          <p:cNvSpPr>
            <a:spLocks noGrp="1" noChangeAspect="1"/>
          </p:cNvSpPr>
          <p:nvPr>
            <p:ph type="pic" sz="quarter" idx="31"/>
          </p:nvPr>
        </p:nvSpPr>
        <p:spPr bwMode="ltGray">
          <a:xfrm>
            <a:off x="4609587"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11" name="Text Placeholder 2B">
            <a:extLst>
              <a:ext uri="{FF2B5EF4-FFF2-40B4-BE49-F238E27FC236}">
                <a16:creationId xmlns:a16="http://schemas.microsoft.com/office/drawing/2014/main" id="{D256E125-F361-C485-DF03-CDF838C4C5D4}"/>
              </a:ext>
            </a:extLst>
          </p:cNvPr>
          <p:cNvSpPr>
            <a:spLocks noGrp="1"/>
          </p:cNvSpPr>
          <p:nvPr>
            <p:ph type="body" sz="quarter" idx="55" hasCustomPrompt="1"/>
          </p:nvPr>
        </p:nvSpPr>
        <p:spPr>
          <a:xfrm>
            <a:off x="5627448" y="3200400"/>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12" name="Text Placeholder 2B_sub">
            <a:extLst>
              <a:ext uri="{FF2B5EF4-FFF2-40B4-BE49-F238E27FC236}">
                <a16:creationId xmlns:a16="http://schemas.microsoft.com/office/drawing/2014/main" id="{F1DB8B55-ADB7-52BB-3EA5-71726CCBB1E1}"/>
              </a:ext>
            </a:extLst>
          </p:cNvPr>
          <p:cNvSpPr>
            <a:spLocks noGrp="1"/>
          </p:cNvSpPr>
          <p:nvPr>
            <p:ph type="body" sz="quarter" idx="56" hasCustomPrompt="1"/>
          </p:nvPr>
        </p:nvSpPr>
        <p:spPr>
          <a:xfrm>
            <a:off x="5627448" y="3404473"/>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5" name="Picture 2C" descr="This photo is a 'placeholder' only. Drag or drop your photo here, or click and tap the center to insert a photo.">
            <a:extLst>
              <a:ext uri="{FF2B5EF4-FFF2-40B4-BE49-F238E27FC236}">
                <a16:creationId xmlns:a16="http://schemas.microsoft.com/office/drawing/2014/main" id="{A2A2A427-02F5-F017-0838-E8FC6DFD9DCC}"/>
              </a:ext>
            </a:extLst>
          </p:cNvPr>
          <p:cNvSpPr>
            <a:spLocks noGrp="1" noChangeAspect="1"/>
          </p:cNvSpPr>
          <p:nvPr>
            <p:ph type="pic" sz="quarter" idx="35"/>
          </p:nvPr>
        </p:nvSpPr>
        <p:spPr bwMode="ltGray">
          <a:xfrm>
            <a:off x="7049911"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19" name="Text Placeholder 58">
            <a:extLst>
              <a:ext uri="{FF2B5EF4-FFF2-40B4-BE49-F238E27FC236}">
                <a16:creationId xmlns:a16="http://schemas.microsoft.com/office/drawing/2014/main" id="{05DDA5ED-C3DB-E9E2-8971-D0105F3DD1BB}"/>
              </a:ext>
            </a:extLst>
          </p:cNvPr>
          <p:cNvSpPr>
            <a:spLocks noGrp="1"/>
          </p:cNvSpPr>
          <p:nvPr>
            <p:ph type="body" sz="quarter" idx="63" hasCustomPrompt="1"/>
          </p:nvPr>
        </p:nvSpPr>
        <p:spPr>
          <a:xfrm>
            <a:off x="8057744" y="3200400"/>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20" name="Text Placeholder 58">
            <a:extLst>
              <a:ext uri="{FF2B5EF4-FFF2-40B4-BE49-F238E27FC236}">
                <a16:creationId xmlns:a16="http://schemas.microsoft.com/office/drawing/2014/main" id="{0104D511-D561-3E1E-E563-D5816B57812C}"/>
              </a:ext>
            </a:extLst>
          </p:cNvPr>
          <p:cNvSpPr>
            <a:spLocks noGrp="1"/>
          </p:cNvSpPr>
          <p:nvPr>
            <p:ph type="body" sz="quarter" idx="64" hasCustomPrompt="1"/>
          </p:nvPr>
        </p:nvSpPr>
        <p:spPr>
          <a:xfrm>
            <a:off x="8057744" y="3404473"/>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77" name="Picture 2D" descr="This photo is a 'placeholder' only. Drag or drop your photo here, or click and tap the center to insert a photo.">
            <a:extLst>
              <a:ext uri="{FF2B5EF4-FFF2-40B4-BE49-F238E27FC236}">
                <a16:creationId xmlns:a16="http://schemas.microsoft.com/office/drawing/2014/main" id="{0B58B8BD-A5A8-318B-F148-ECBE35A9C859}"/>
              </a:ext>
            </a:extLst>
          </p:cNvPr>
          <p:cNvSpPr>
            <a:spLocks noGrp="1" noChangeAspect="1"/>
          </p:cNvSpPr>
          <p:nvPr>
            <p:ph type="pic" sz="quarter" idx="39"/>
          </p:nvPr>
        </p:nvSpPr>
        <p:spPr bwMode="ltGray">
          <a:xfrm>
            <a:off x="9485490"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27" name="Text Placeholder 58">
            <a:extLst>
              <a:ext uri="{FF2B5EF4-FFF2-40B4-BE49-F238E27FC236}">
                <a16:creationId xmlns:a16="http://schemas.microsoft.com/office/drawing/2014/main" id="{AC77C908-9B8C-7BC9-E855-60861BF60189}"/>
              </a:ext>
            </a:extLst>
          </p:cNvPr>
          <p:cNvSpPr>
            <a:spLocks noGrp="1"/>
          </p:cNvSpPr>
          <p:nvPr>
            <p:ph type="body" sz="quarter" idx="71" hasCustomPrompt="1"/>
          </p:nvPr>
        </p:nvSpPr>
        <p:spPr>
          <a:xfrm>
            <a:off x="10478312" y="3200400"/>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28" name="Text Placeholder 58">
            <a:extLst>
              <a:ext uri="{FF2B5EF4-FFF2-40B4-BE49-F238E27FC236}">
                <a16:creationId xmlns:a16="http://schemas.microsoft.com/office/drawing/2014/main" id="{2A31E680-8947-2CD1-1234-0D804919CD67}"/>
              </a:ext>
            </a:extLst>
          </p:cNvPr>
          <p:cNvSpPr>
            <a:spLocks noGrp="1"/>
          </p:cNvSpPr>
          <p:nvPr>
            <p:ph type="body" sz="quarter" idx="72" hasCustomPrompt="1"/>
          </p:nvPr>
        </p:nvSpPr>
        <p:spPr>
          <a:xfrm>
            <a:off x="10478312" y="3404473"/>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cxnSp>
        <p:nvCxnSpPr>
          <p:cNvPr id="5" name="Straight Connector 4">
            <a:extLst>
              <a:ext uri="{FF2B5EF4-FFF2-40B4-BE49-F238E27FC236}">
                <a16:creationId xmlns:a16="http://schemas.microsoft.com/office/drawing/2014/main" id="{3DC66D7B-06E6-2FE1-9070-DA44529047F6}"/>
              </a:ext>
            </a:extLst>
          </p:cNvPr>
          <p:cNvCxnSpPr>
            <a:cxnSpLocks/>
          </p:cNvCxnSpPr>
          <p:nvPr userDrawn="1"/>
        </p:nvCxnSpPr>
        <p:spPr>
          <a:xfrm>
            <a:off x="588662" y="3962400"/>
            <a:ext cx="11014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am 3">
            <a:extLst>
              <a:ext uri="{FF2B5EF4-FFF2-40B4-BE49-F238E27FC236}">
                <a16:creationId xmlns:a16="http://schemas.microsoft.com/office/drawing/2014/main" id="{C9A48E5A-0196-C631-5677-E552C3FEB3E7}"/>
              </a:ext>
            </a:extLst>
          </p:cNvPr>
          <p:cNvSpPr>
            <a:spLocks noGrp="1"/>
          </p:cNvSpPr>
          <p:nvPr>
            <p:ph type="body" sz="quarter" idx="43" hasCustomPrompt="1"/>
          </p:nvPr>
        </p:nvSpPr>
        <p:spPr>
          <a:xfrm>
            <a:off x="584200" y="4419600"/>
            <a:ext cx="1487488" cy="246221"/>
          </a:xfrm>
          <a:prstGeom prst="rect">
            <a:avLst/>
          </a:prstGeom>
        </p:spPr>
        <p:txBody>
          <a:bodyPr/>
          <a:lstStyle>
            <a:lvl1pPr marL="0" indent="0">
              <a:buNone/>
              <a:defRPr sz="1600">
                <a:solidFill>
                  <a:srgbClr val="C03BC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a:t>
            </a:r>
          </a:p>
        </p:txBody>
      </p:sp>
      <p:sp>
        <p:nvSpPr>
          <p:cNvPr id="46" name="Picture 3A" descr="This photo is a 'placeholder' only. Drag or drop your photo here, or click and tap the center to insert a photo.">
            <a:extLst>
              <a:ext uri="{FF2B5EF4-FFF2-40B4-BE49-F238E27FC236}">
                <a16:creationId xmlns:a16="http://schemas.microsoft.com/office/drawing/2014/main" id="{2B8FDD32-8611-99C5-65AA-30B05B6B84E5}"/>
              </a:ext>
            </a:extLst>
          </p:cNvPr>
          <p:cNvSpPr>
            <a:spLocks noGrp="1" noChangeAspect="1"/>
          </p:cNvSpPr>
          <p:nvPr>
            <p:ph type="pic" sz="quarter" idx="26"/>
          </p:nvPr>
        </p:nvSpPr>
        <p:spPr bwMode="ltGray">
          <a:xfrm>
            <a:off x="2179638"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05" name="Text Placeholder 3A">
            <a:extLst>
              <a:ext uri="{FF2B5EF4-FFF2-40B4-BE49-F238E27FC236}">
                <a16:creationId xmlns:a16="http://schemas.microsoft.com/office/drawing/2014/main" id="{AB41C42A-097D-F7C2-91BF-D2FDE2773E78}"/>
              </a:ext>
            </a:extLst>
          </p:cNvPr>
          <p:cNvSpPr>
            <a:spLocks noGrp="1"/>
          </p:cNvSpPr>
          <p:nvPr>
            <p:ph type="body" sz="quarter" idx="49" hasCustomPrompt="1"/>
          </p:nvPr>
        </p:nvSpPr>
        <p:spPr>
          <a:xfrm>
            <a:off x="3193643" y="4343400"/>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06" name="Text Placeholder 3A sub">
            <a:extLst>
              <a:ext uri="{FF2B5EF4-FFF2-40B4-BE49-F238E27FC236}">
                <a16:creationId xmlns:a16="http://schemas.microsoft.com/office/drawing/2014/main" id="{E34BEA59-3674-ABE7-E437-F17A376FE647}"/>
              </a:ext>
            </a:extLst>
          </p:cNvPr>
          <p:cNvSpPr>
            <a:spLocks noGrp="1"/>
          </p:cNvSpPr>
          <p:nvPr>
            <p:ph type="body" sz="quarter" idx="50" hasCustomPrompt="1"/>
          </p:nvPr>
        </p:nvSpPr>
        <p:spPr>
          <a:xfrm>
            <a:off x="3193643" y="4547473"/>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0" name="Picture 3B" descr="This photo is a 'placeholder' only. Drag or drop your photo here, or click and tap the center to insert a photo.">
            <a:extLst>
              <a:ext uri="{FF2B5EF4-FFF2-40B4-BE49-F238E27FC236}">
                <a16:creationId xmlns:a16="http://schemas.microsoft.com/office/drawing/2014/main" id="{5576858D-E43A-F58A-9786-696B6702B5D5}"/>
              </a:ext>
            </a:extLst>
          </p:cNvPr>
          <p:cNvSpPr>
            <a:spLocks noGrp="1" noChangeAspect="1"/>
          </p:cNvSpPr>
          <p:nvPr>
            <p:ph type="pic" sz="quarter" idx="30"/>
          </p:nvPr>
        </p:nvSpPr>
        <p:spPr bwMode="ltGray">
          <a:xfrm>
            <a:off x="4609587"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13" name="Text Placeholder 3B">
            <a:extLst>
              <a:ext uri="{FF2B5EF4-FFF2-40B4-BE49-F238E27FC236}">
                <a16:creationId xmlns:a16="http://schemas.microsoft.com/office/drawing/2014/main" id="{4A30D761-3882-FCA7-7248-8122AADDA411}"/>
              </a:ext>
            </a:extLst>
          </p:cNvPr>
          <p:cNvSpPr>
            <a:spLocks noGrp="1"/>
          </p:cNvSpPr>
          <p:nvPr>
            <p:ph type="body" sz="quarter" idx="57" hasCustomPrompt="1"/>
          </p:nvPr>
        </p:nvSpPr>
        <p:spPr>
          <a:xfrm>
            <a:off x="5627448" y="4343400"/>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14" name="Text Placeholder 3B sub">
            <a:extLst>
              <a:ext uri="{FF2B5EF4-FFF2-40B4-BE49-F238E27FC236}">
                <a16:creationId xmlns:a16="http://schemas.microsoft.com/office/drawing/2014/main" id="{224312F0-9FF2-699F-BDB5-D290316F2A15}"/>
              </a:ext>
            </a:extLst>
          </p:cNvPr>
          <p:cNvSpPr>
            <a:spLocks noGrp="1"/>
          </p:cNvSpPr>
          <p:nvPr>
            <p:ph type="body" sz="quarter" idx="58" hasCustomPrompt="1"/>
          </p:nvPr>
        </p:nvSpPr>
        <p:spPr>
          <a:xfrm>
            <a:off x="5627448" y="4547473"/>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4" name="Picture 3C" descr="This photo is a 'placeholder' only. Drag or drop your photo here, or click and tap the center to insert a photo.">
            <a:extLst>
              <a:ext uri="{FF2B5EF4-FFF2-40B4-BE49-F238E27FC236}">
                <a16:creationId xmlns:a16="http://schemas.microsoft.com/office/drawing/2014/main" id="{C85BA239-1EC8-4FFB-7EB6-F28B89D75B63}"/>
              </a:ext>
            </a:extLst>
          </p:cNvPr>
          <p:cNvSpPr>
            <a:spLocks noGrp="1" noChangeAspect="1"/>
          </p:cNvSpPr>
          <p:nvPr>
            <p:ph type="pic" sz="quarter" idx="34"/>
          </p:nvPr>
        </p:nvSpPr>
        <p:spPr bwMode="ltGray">
          <a:xfrm>
            <a:off x="7049911"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21" name="Text Placeholder 3C">
            <a:extLst>
              <a:ext uri="{FF2B5EF4-FFF2-40B4-BE49-F238E27FC236}">
                <a16:creationId xmlns:a16="http://schemas.microsoft.com/office/drawing/2014/main" id="{599F4DE5-344C-7327-0697-53FD699839F4}"/>
              </a:ext>
            </a:extLst>
          </p:cNvPr>
          <p:cNvSpPr>
            <a:spLocks noGrp="1"/>
          </p:cNvSpPr>
          <p:nvPr>
            <p:ph type="body" sz="quarter" idx="65" hasCustomPrompt="1"/>
          </p:nvPr>
        </p:nvSpPr>
        <p:spPr>
          <a:xfrm>
            <a:off x="8057744" y="4343400"/>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22" name="Text Placeholder 3C sub">
            <a:extLst>
              <a:ext uri="{FF2B5EF4-FFF2-40B4-BE49-F238E27FC236}">
                <a16:creationId xmlns:a16="http://schemas.microsoft.com/office/drawing/2014/main" id="{4151E608-DEC2-D4C7-825C-79D125D7F057}"/>
              </a:ext>
            </a:extLst>
          </p:cNvPr>
          <p:cNvSpPr>
            <a:spLocks noGrp="1"/>
          </p:cNvSpPr>
          <p:nvPr>
            <p:ph type="body" sz="quarter" idx="66" hasCustomPrompt="1"/>
          </p:nvPr>
        </p:nvSpPr>
        <p:spPr>
          <a:xfrm>
            <a:off x="8057744" y="4547473"/>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76" name="Picture 3D" descr="This photo is a 'placeholder' only. Drag or drop your photo here, or click and tap the center to insert a photo.">
            <a:extLst>
              <a:ext uri="{FF2B5EF4-FFF2-40B4-BE49-F238E27FC236}">
                <a16:creationId xmlns:a16="http://schemas.microsoft.com/office/drawing/2014/main" id="{5034F797-5F7D-8132-4696-E98CCB6644C1}"/>
              </a:ext>
            </a:extLst>
          </p:cNvPr>
          <p:cNvSpPr>
            <a:spLocks noGrp="1" noChangeAspect="1"/>
          </p:cNvSpPr>
          <p:nvPr>
            <p:ph type="pic" sz="quarter" idx="38"/>
          </p:nvPr>
        </p:nvSpPr>
        <p:spPr bwMode="ltGray">
          <a:xfrm>
            <a:off x="9485490"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29" name="Text Placeholder 3D">
            <a:extLst>
              <a:ext uri="{FF2B5EF4-FFF2-40B4-BE49-F238E27FC236}">
                <a16:creationId xmlns:a16="http://schemas.microsoft.com/office/drawing/2014/main" id="{5BCDC841-D733-3ACD-E114-E80A1848F100}"/>
              </a:ext>
            </a:extLst>
          </p:cNvPr>
          <p:cNvSpPr>
            <a:spLocks noGrp="1"/>
          </p:cNvSpPr>
          <p:nvPr>
            <p:ph type="body" sz="quarter" idx="73" hasCustomPrompt="1"/>
          </p:nvPr>
        </p:nvSpPr>
        <p:spPr>
          <a:xfrm>
            <a:off x="10478312" y="4343400"/>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30" name="Text Placeholder 3D sub">
            <a:extLst>
              <a:ext uri="{FF2B5EF4-FFF2-40B4-BE49-F238E27FC236}">
                <a16:creationId xmlns:a16="http://schemas.microsoft.com/office/drawing/2014/main" id="{7C8FEFE3-14BE-A1C6-789C-EA608BCFFD42}"/>
              </a:ext>
            </a:extLst>
          </p:cNvPr>
          <p:cNvSpPr>
            <a:spLocks noGrp="1"/>
          </p:cNvSpPr>
          <p:nvPr>
            <p:ph type="body" sz="quarter" idx="74" hasCustomPrompt="1"/>
          </p:nvPr>
        </p:nvSpPr>
        <p:spPr>
          <a:xfrm>
            <a:off x="10478312" y="4547473"/>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cxnSp>
        <p:nvCxnSpPr>
          <p:cNvPr id="6" name="Straight Connector 5">
            <a:extLst>
              <a:ext uri="{FF2B5EF4-FFF2-40B4-BE49-F238E27FC236}">
                <a16:creationId xmlns:a16="http://schemas.microsoft.com/office/drawing/2014/main" id="{DED415D4-7CA0-5BF6-343A-2CE47E7B2DCC}"/>
              </a:ext>
            </a:extLst>
          </p:cNvPr>
          <p:cNvCxnSpPr>
            <a:cxnSpLocks/>
          </p:cNvCxnSpPr>
          <p:nvPr userDrawn="1"/>
        </p:nvCxnSpPr>
        <p:spPr>
          <a:xfrm>
            <a:off x="588662" y="5128591"/>
            <a:ext cx="11014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Team 4">
            <a:extLst>
              <a:ext uri="{FF2B5EF4-FFF2-40B4-BE49-F238E27FC236}">
                <a16:creationId xmlns:a16="http://schemas.microsoft.com/office/drawing/2014/main" id="{8483B533-6533-C58C-1F46-518C95BF9FE0}"/>
              </a:ext>
            </a:extLst>
          </p:cNvPr>
          <p:cNvSpPr>
            <a:spLocks noGrp="1"/>
          </p:cNvSpPr>
          <p:nvPr>
            <p:ph type="body" sz="quarter" idx="44" hasCustomPrompt="1"/>
          </p:nvPr>
        </p:nvSpPr>
        <p:spPr>
          <a:xfrm>
            <a:off x="569912" y="5619750"/>
            <a:ext cx="1487488" cy="246221"/>
          </a:xfrm>
          <a:prstGeom prst="rect">
            <a:avLst/>
          </a:prstGeom>
        </p:spPr>
        <p:txBody>
          <a:bodyPr/>
          <a:lstStyle>
            <a:lvl1pPr marL="0" indent="0">
              <a:buNone/>
              <a:defRPr sz="1600">
                <a:solidFill>
                  <a:srgbClr val="C03BC4"/>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a:t>
            </a:r>
          </a:p>
        </p:txBody>
      </p:sp>
      <p:sp>
        <p:nvSpPr>
          <p:cNvPr id="45" name="Picture 4A" descr="This photo is a 'placeholder' only. Drag or drop your photo here, or click and tap the center to insert a photo.">
            <a:extLst>
              <a:ext uri="{FF2B5EF4-FFF2-40B4-BE49-F238E27FC236}">
                <a16:creationId xmlns:a16="http://schemas.microsoft.com/office/drawing/2014/main" id="{071A4870-6F73-B3B1-A19E-89BA3CD5E445}"/>
              </a:ext>
            </a:extLst>
          </p:cNvPr>
          <p:cNvSpPr>
            <a:spLocks noGrp="1" noChangeAspect="1"/>
          </p:cNvSpPr>
          <p:nvPr>
            <p:ph type="pic" sz="quarter" idx="25"/>
          </p:nvPr>
        </p:nvSpPr>
        <p:spPr bwMode="ltGray">
          <a:xfrm>
            <a:off x="2179638"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07" name="Text Placeholder 4A">
            <a:extLst>
              <a:ext uri="{FF2B5EF4-FFF2-40B4-BE49-F238E27FC236}">
                <a16:creationId xmlns:a16="http://schemas.microsoft.com/office/drawing/2014/main" id="{EA12E955-8C61-FED3-64F0-7AE1C5600085}"/>
              </a:ext>
            </a:extLst>
          </p:cNvPr>
          <p:cNvSpPr>
            <a:spLocks noGrp="1"/>
          </p:cNvSpPr>
          <p:nvPr>
            <p:ph type="body" sz="quarter" idx="51" hasCustomPrompt="1"/>
          </p:nvPr>
        </p:nvSpPr>
        <p:spPr>
          <a:xfrm>
            <a:off x="3193643" y="5562600"/>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08" name="Text Placeholder 4A sub">
            <a:extLst>
              <a:ext uri="{FF2B5EF4-FFF2-40B4-BE49-F238E27FC236}">
                <a16:creationId xmlns:a16="http://schemas.microsoft.com/office/drawing/2014/main" id="{F76A8EFA-ED1A-36C8-6A34-0D101214C582}"/>
              </a:ext>
            </a:extLst>
          </p:cNvPr>
          <p:cNvSpPr>
            <a:spLocks noGrp="1"/>
          </p:cNvSpPr>
          <p:nvPr>
            <p:ph type="body" sz="quarter" idx="52" hasCustomPrompt="1"/>
          </p:nvPr>
        </p:nvSpPr>
        <p:spPr>
          <a:xfrm>
            <a:off x="3193643" y="5766673"/>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59" name="Picture 4B" descr="This photo is a 'placeholder' only. Drag or drop your photo here, or click and tap the center to insert a photo.">
            <a:extLst>
              <a:ext uri="{FF2B5EF4-FFF2-40B4-BE49-F238E27FC236}">
                <a16:creationId xmlns:a16="http://schemas.microsoft.com/office/drawing/2014/main" id="{907027D0-5E09-4A2E-A37C-14CE61DF133A}"/>
              </a:ext>
            </a:extLst>
          </p:cNvPr>
          <p:cNvSpPr>
            <a:spLocks noGrp="1" noChangeAspect="1"/>
          </p:cNvSpPr>
          <p:nvPr>
            <p:ph type="pic" sz="quarter" idx="29"/>
          </p:nvPr>
        </p:nvSpPr>
        <p:spPr bwMode="ltGray">
          <a:xfrm>
            <a:off x="4609587"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15" name="Text Placeholder 4B">
            <a:extLst>
              <a:ext uri="{FF2B5EF4-FFF2-40B4-BE49-F238E27FC236}">
                <a16:creationId xmlns:a16="http://schemas.microsoft.com/office/drawing/2014/main" id="{6B2538A4-AE65-94AB-59ED-3A361C12FF86}"/>
              </a:ext>
            </a:extLst>
          </p:cNvPr>
          <p:cNvSpPr>
            <a:spLocks noGrp="1"/>
          </p:cNvSpPr>
          <p:nvPr>
            <p:ph type="body" sz="quarter" idx="59" hasCustomPrompt="1"/>
          </p:nvPr>
        </p:nvSpPr>
        <p:spPr>
          <a:xfrm>
            <a:off x="5627448" y="5562600"/>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16" name="Text Placeholder 4B sub">
            <a:extLst>
              <a:ext uri="{FF2B5EF4-FFF2-40B4-BE49-F238E27FC236}">
                <a16:creationId xmlns:a16="http://schemas.microsoft.com/office/drawing/2014/main" id="{607F8E2D-73E8-EC44-6221-78077345EA93}"/>
              </a:ext>
            </a:extLst>
          </p:cNvPr>
          <p:cNvSpPr>
            <a:spLocks noGrp="1"/>
          </p:cNvSpPr>
          <p:nvPr>
            <p:ph type="body" sz="quarter" idx="60" hasCustomPrompt="1"/>
          </p:nvPr>
        </p:nvSpPr>
        <p:spPr>
          <a:xfrm>
            <a:off x="5627448" y="5766673"/>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3" name="Picture 4C" descr="This photo is a 'placeholder' only. Drag or drop your photo here, or click and tap the center to insert a photo.">
            <a:extLst>
              <a:ext uri="{FF2B5EF4-FFF2-40B4-BE49-F238E27FC236}">
                <a16:creationId xmlns:a16="http://schemas.microsoft.com/office/drawing/2014/main" id="{ACBB3065-742E-D171-CED7-ECD8165B88F4}"/>
              </a:ext>
            </a:extLst>
          </p:cNvPr>
          <p:cNvSpPr>
            <a:spLocks noGrp="1" noChangeAspect="1"/>
          </p:cNvSpPr>
          <p:nvPr>
            <p:ph type="pic" sz="quarter" idx="33"/>
          </p:nvPr>
        </p:nvSpPr>
        <p:spPr bwMode="ltGray">
          <a:xfrm>
            <a:off x="7049911"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23" name="Text Placeholder 4C">
            <a:extLst>
              <a:ext uri="{FF2B5EF4-FFF2-40B4-BE49-F238E27FC236}">
                <a16:creationId xmlns:a16="http://schemas.microsoft.com/office/drawing/2014/main" id="{77466272-A05D-FBB5-3703-BF2CDD8B65C4}"/>
              </a:ext>
            </a:extLst>
          </p:cNvPr>
          <p:cNvSpPr>
            <a:spLocks noGrp="1"/>
          </p:cNvSpPr>
          <p:nvPr>
            <p:ph type="body" sz="quarter" idx="67" hasCustomPrompt="1"/>
          </p:nvPr>
        </p:nvSpPr>
        <p:spPr>
          <a:xfrm>
            <a:off x="8057744" y="5562600"/>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24" name="Text Placeholder 4C sub">
            <a:extLst>
              <a:ext uri="{FF2B5EF4-FFF2-40B4-BE49-F238E27FC236}">
                <a16:creationId xmlns:a16="http://schemas.microsoft.com/office/drawing/2014/main" id="{A526625B-D047-0A06-742E-84796BB32F51}"/>
              </a:ext>
            </a:extLst>
          </p:cNvPr>
          <p:cNvSpPr>
            <a:spLocks noGrp="1"/>
          </p:cNvSpPr>
          <p:nvPr>
            <p:ph type="body" sz="quarter" idx="68" hasCustomPrompt="1"/>
          </p:nvPr>
        </p:nvSpPr>
        <p:spPr>
          <a:xfrm>
            <a:off x="8057744" y="5766673"/>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75" name="Picture 4D" descr="This photo is a 'placeholder' only. Drag or drop your photo here, or click and tap the center to insert a photo.">
            <a:extLst>
              <a:ext uri="{FF2B5EF4-FFF2-40B4-BE49-F238E27FC236}">
                <a16:creationId xmlns:a16="http://schemas.microsoft.com/office/drawing/2014/main" id="{2E32B300-56A1-1A66-EF17-E967047D5382}"/>
              </a:ext>
            </a:extLst>
          </p:cNvPr>
          <p:cNvSpPr>
            <a:spLocks noGrp="1" noChangeAspect="1"/>
          </p:cNvSpPr>
          <p:nvPr>
            <p:ph type="pic" sz="quarter" idx="37"/>
          </p:nvPr>
        </p:nvSpPr>
        <p:spPr bwMode="ltGray">
          <a:xfrm>
            <a:off x="9485490"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GB"/>
              <a:t>Click icon to add picture</a:t>
            </a:r>
            <a:endParaRPr lang="en-US"/>
          </a:p>
        </p:txBody>
      </p:sp>
      <p:sp>
        <p:nvSpPr>
          <p:cNvPr id="131" name="Text Placeholder 4D">
            <a:extLst>
              <a:ext uri="{FF2B5EF4-FFF2-40B4-BE49-F238E27FC236}">
                <a16:creationId xmlns:a16="http://schemas.microsoft.com/office/drawing/2014/main" id="{07A99D70-5C17-C524-9EBC-4C98D464B584}"/>
              </a:ext>
            </a:extLst>
          </p:cNvPr>
          <p:cNvSpPr>
            <a:spLocks noGrp="1"/>
          </p:cNvSpPr>
          <p:nvPr>
            <p:ph type="body" sz="quarter" idx="75" hasCustomPrompt="1"/>
          </p:nvPr>
        </p:nvSpPr>
        <p:spPr>
          <a:xfrm>
            <a:off x="10478312" y="5562600"/>
            <a:ext cx="1320481" cy="185738"/>
          </a:xfrm>
          <a:prstGeom prst="rect">
            <a:avLst/>
          </a:prstGeom>
        </p:spPr>
        <p:txBody>
          <a:bodyPr anchor="b"/>
          <a:lstStyle>
            <a:lvl1pPr marL="0" indent="0">
              <a:buNone/>
              <a:defRPr sz="12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32" name="Text Placeholder 4D sub">
            <a:extLst>
              <a:ext uri="{FF2B5EF4-FFF2-40B4-BE49-F238E27FC236}">
                <a16:creationId xmlns:a16="http://schemas.microsoft.com/office/drawing/2014/main" id="{BE4D6E36-DEBA-45E6-C716-D1CE351789B6}"/>
              </a:ext>
            </a:extLst>
          </p:cNvPr>
          <p:cNvSpPr>
            <a:spLocks noGrp="1"/>
          </p:cNvSpPr>
          <p:nvPr>
            <p:ph type="body" sz="quarter" idx="76" hasCustomPrompt="1"/>
          </p:nvPr>
        </p:nvSpPr>
        <p:spPr>
          <a:xfrm>
            <a:off x="10478312" y="5766673"/>
            <a:ext cx="1327370" cy="153888"/>
          </a:xfrm>
          <a:prstGeom prst="rect">
            <a:avLst/>
          </a:prstGeom>
        </p:spPr>
        <p:txBody>
          <a:bodyPr/>
          <a:lstStyle>
            <a:lvl1pPr marL="0" indent="0">
              <a:buNone/>
              <a:defRPr sz="1000">
                <a:solidFill>
                  <a:srgbClr val="091F2C"/>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Tree>
    <p:extLst>
      <p:ext uri="{BB962C8B-B14F-4D97-AF65-F5344CB8AC3E}">
        <p14:creationId xmlns:p14="http://schemas.microsoft.com/office/powerpoint/2010/main" val="39389483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age_Big headline">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b="1" i="0" spc="-100" baseline="0">
                <a:solidFill>
                  <a:srgbClr val="091F2C"/>
                </a:solidFill>
                <a:latin typeface="+mj-lt"/>
                <a:cs typeface="Segoe Sans Display Semibold" pitchFamily="2" charset="0"/>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89" y="4278313"/>
            <a:ext cx="5055459"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rgbClr val="091F2C"/>
                </a:solidFill>
              </a:defRPr>
            </a:lvl1pPr>
            <a:lvl2pPr marL="265176" indent="-128016">
              <a:spcAft>
                <a:spcPts val="0"/>
              </a:spcAft>
              <a:buFont typeface="Arial" panose="020B0604020202020204" pitchFamily="34" charset="0"/>
              <a:buChar char="•"/>
              <a:defRPr>
                <a:solidFill>
                  <a:srgbClr val="091F2C"/>
                </a:solidFill>
              </a:defRPr>
            </a:lvl2pPr>
            <a:lvl3pPr marL="384048" indent="-118872">
              <a:spcAft>
                <a:spcPts val="0"/>
              </a:spcAft>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09" y="4278313"/>
            <a:ext cx="5055459"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rgbClr val="091F2C"/>
                </a:solidFill>
              </a:defRPr>
            </a:lvl1pPr>
            <a:lvl2pPr marL="265176" indent="-128016">
              <a:spcAft>
                <a:spcPts val="0"/>
              </a:spcAft>
              <a:buFont typeface="Arial" panose="020B0604020202020204" pitchFamily="34" charset="0"/>
              <a:buChar char="•"/>
              <a:defRPr>
                <a:solidFill>
                  <a:srgbClr val="091F2C"/>
                </a:solidFill>
              </a:defRPr>
            </a:lvl2pPr>
            <a:lvl3pPr marL="384048" indent="-118872">
              <a:spcAft>
                <a:spcPts val="0"/>
              </a:spcAft>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7880991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column_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726353"/>
          </a:xfrm>
          <a:prstGeom prst="rect">
            <a:avLst/>
          </a:prstGeom>
        </p:spPr>
        <p:txBody>
          <a:bodyPr wrap="square">
            <a:spAutoFit/>
          </a:bodyPr>
          <a:lstStyle>
            <a:lvl1pPr marL="137160" indent="-137160">
              <a:buFont typeface="Arial" panose="020B0604020202020204" pitchFamily="34" charset="0"/>
              <a:buChar char="•"/>
              <a:defRPr>
                <a:solidFill>
                  <a:srgbClr val="091F2C"/>
                </a:solidFill>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295596103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column_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199" y="1594155"/>
            <a:ext cx="8196463" cy="246221"/>
          </a:xfrm>
          <a:prstGeom prst="rect">
            <a:avLst/>
          </a:prstGeom>
        </p:spPr>
        <p:txBody>
          <a:bodyPr anchor="t"/>
          <a:lstStyle>
            <a:lvl1pPr marL="0" indent="0">
              <a:spcBef>
                <a:spcPts val="0"/>
              </a:spcBef>
              <a:buNone/>
              <a:defRPr sz="1600" b="1" i="0">
                <a:solidFill>
                  <a:srgbClr val="091F2C"/>
                </a:solidFill>
                <a:latin typeface="+mj-lt"/>
                <a:cs typeface="Segoe Sans Display Semibold" pitchFamily="2" charset="0"/>
              </a:defRPr>
            </a:lvl1pPr>
          </a:lstStyle>
          <a:p>
            <a:pPr lvl="0"/>
            <a:r>
              <a:rPr lang="en-GB"/>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8193024" cy="726353"/>
          </a:xfrm>
          <a:prstGeom prst="rect">
            <a:avLst/>
          </a:prstGeom>
        </p:spPr>
        <p:txBody>
          <a:bodyPr wrap="square">
            <a:spAutoFit/>
          </a:bodyPr>
          <a:lstStyle>
            <a:lvl1pPr marL="137160" indent="-137160">
              <a:buFont typeface="Arial" panose="020B0604020202020204" pitchFamily="34" charset="0"/>
              <a:buChar char="•"/>
              <a:defRPr>
                <a:solidFill>
                  <a:srgbClr val="091F2C"/>
                </a:solidFill>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3251426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rgbClr val="091F2C"/>
                </a:solidFill>
              </a:defRPr>
            </a:lvl1pPr>
            <a:lvl2pPr marL="274320" indent="-137160">
              <a:spcAft>
                <a:spcPts val="0"/>
              </a:spcAft>
              <a:buFont typeface="Arial" panose="020B0604020202020204" pitchFamily="34" charset="0"/>
              <a:buChar char="•"/>
              <a:defRPr>
                <a:solidFill>
                  <a:srgbClr val="091F2C"/>
                </a:solidFill>
              </a:defRPr>
            </a:lvl2pPr>
            <a:lvl3pPr marL="411480" indent="-137160">
              <a:spcAft>
                <a:spcPts val="0"/>
              </a:spcAft>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rgbClr val="091F2C"/>
                </a:solidFill>
              </a:defRPr>
            </a:lvl1pPr>
            <a:lvl2pPr marL="274320" indent="-137160">
              <a:spcAft>
                <a:spcPts val="0"/>
              </a:spcAft>
              <a:buFont typeface="Arial" panose="020B0604020202020204" pitchFamily="34" charset="0"/>
              <a:buChar char="•"/>
              <a:defRPr>
                <a:solidFill>
                  <a:srgbClr val="091F2C"/>
                </a:solidFill>
              </a:defRPr>
            </a:lvl2pPr>
            <a:lvl3pPr marL="411480" indent="-137160">
              <a:spcAft>
                <a:spcPts val="0"/>
              </a:spcAft>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41357176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b="1" i="0">
                <a:solidFill>
                  <a:srgbClr val="091F2C"/>
                </a:solidFill>
                <a:latin typeface="+mj-lt"/>
                <a:cs typeface="Segoe Sans Display Semibold" pitchFamily="2" charset="0"/>
              </a:defRPr>
            </a:lvl1pPr>
          </a:lstStyle>
          <a:p>
            <a:pPr lvl="0"/>
            <a:r>
              <a:rPr lang="en-GB"/>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rgbClr val="091F2C"/>
                </a:solidFill>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b="1" i="0">
                <a:solidFill>
                  <a:srgbClr val="091F2C"/>
                </a:solidFill>
                <a:latin typeface="+mj-lt"/>
                <a:cs typeface="Segoe Sans Display Semibold" pitchFamily="2" charset="0"/>
              </a:defRPr>
            </a:lvl1pPr>
          </a:lstStyle>
          <a:p>
            <a:pPr lvl="0"/>
            <a:r>
              <a:rPr lang="en-GB"/>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rgbClr val="091F2C"/>
                </a:solidFill>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5627456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rgbClr val="091F2C"/>
                </a:solidFill>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rgbClr val="091F2C"/>
                </a:solidFill>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rgbClr val="091F2C"/>
                </a:solidFill>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8351174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b="1" i="0">
                <a:solidFill>
                  <a:srgbClr val="091F2C"/>
                </a:solidFill>
                <a:latin typeface="+mj-lt"/>
                <a:cs typeface="Segoe Sans Display Semibold" pitchFamily="2" charset="0"/>
              </a:defRPr>
            </a:lvl1pPr>
          </a:lstStyle>
          <a:p>
            <a:pPr lvl="0"/>
            <a:r>
              <a:rPr lang="en-GB"/>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rgbClr val="091F2C"/>
                </a:solidFill>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b="1" i="0">
                <a:solidFill>
                  <a:srgbClr val="091F2C"/>
                </a:solidFill>
                <a:latin typeface="+mj-lt"/>
                <a:cs typeface="Segoe Sans Display Semibold" pitchFamily="2" charset="0"/>
              </a:defRPr>
            </a:lvl1pPr>
          </a:lstStyle>
          <a:p>
            <a:pPr lvl="0"/>
            <a:r>
              <a:rPr lang="en-GB"/>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rgbClr val="091F2C"/>
                </a:solidFill>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b="1" i="0">
                <a:solidFill>
                  <a:srgbClr val="091F2C"/>
                </a:solidFill>
                <a:latin typeface="+mj-lt"/>
                <a:cs typeface="Segoe Sans Display Semibold" pitchFamily="2" charset="0"/>
              </a:defRPr>
            </a:lvl1pPr>
          </a:lstStyle>
          <a:p>
            <a:pPr lvl="0"/>
            <a:r>
              <a:rPr lang="en-GB"/>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rgbClr val="091F2C"/>
                </a:solidFill>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32052252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column_Text_with Imag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b="1" i="0">
                <a:solidFill>
                  <a:srgbClr val="091F2C"/>
                </a:solidFill>
                <a:latin typeface="+mj-lt"/>
                <a:cs typeface="Segoe Sans Display Semibold" pitchFamily="2" charset="0"/>
              </a:defRPr>
            </a:lvl1pPr>
          </a:lstStyle>
          <a:p>
            <a:pPr lvl="0"/>
            <a:r>
              <a:rPr lang="en-GB"/>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rgbClr val="091F2C"/>
                </a:solidFill>
              </a:defRPr>
            </a:lvl1pPr>
            <a:lvl2pPr marL="265176" indent="-128016">
              <a:spcAft>
                <a:spcPts val="0"/>
              </a:spcAft>
              <a:buFont typeface="Arial" panose="020B0604020202020204" pitchFamily="34" charset="0"/>
              <a:buChar char="•"/>
              <a:defRPr>
                <a:solidFill>
                  <a:srgbClr val="091F2C"/>
                </a:solidFill>
              </a:defRPr>
            </a:lvl2pPr>
            <a:lvl3pPr marL="384048" indent="-118872">
              <a:spcAft>
                <a:spcPts val="0"/>
              </a:spcAft>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8479013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column_Text_with Imag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79831"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b="1" i="0">
                <a:solidFill>
                  <a:srgbClr val="091F2C"/>
                </a:solidFill>
                <a:latin typeface="+mj-lt"/>
                <a:cs typeface="Segoe Sans Display Semibold" pitchFamily="2" charset="0"/>
              </a:defRPr>
            </a:lvl1pPr>
          </a:lstStyle>
          <a:p>
            <a:pPr lvl="0"/>
            <a:r>
              <a:rPr lang="en-GB"/>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rgbClr val="091F2C"/>
                </a:solidFill>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b="1" i="0">
                <a:solidFill>
                  <a:srgbClr val="091F2C"/>
                </a:solidFill>
                <a:latin typeface="+mj-lt"/>
                <a:cs typeface="Segoe Sans Display Semibold" pitchFamily="2" charset="0"/>
              </a:defRPr>
            </a:lvl1pPr>
          </a:lstStyle>
          <a:p>
            <a:pPr lvl="0"/>
            <a:r>
              <a:rPr lang="en-GB"/>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rgbClr val="091F2C"/>
                </a:solidFill>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rgbClr val="091F2C"/>
                </a:solidFill>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19041361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wo photos_with Captions">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184666"/>
          </a:xfrm>
          <a:prstGeom prst="rect">
            <a:avLst/>
          </a:prstGeom>
        </p:spPr>
        <p:txBody>
          <a:bodyPr anchor="t"/>
          <a:lstStyle>
            <a:lvl1pPr marL="0" indent="0">
              <a:spcBef>
                <a:spcPts val="0"/>
              </a:spcBef>
              <a:buNone/>
              <a:defRPr sz="1200" b="1" i="0">
                <a:solidFill>
                  <a:srgbClr val="091F2C"/>
                </a:solidFill>
                <a:latin typeface="+mj-lt"/>
                <a:cs typeface="Segoe Sans Display Semibold" pitchFamily="2" charset="0"/>
              </a:defRPr>
            </a:lvl1pPr>
          </a:lstStyle>
          <a:p>
            <a:pPr lvl="0"/>
            <a:r>
              <a:rPr lang="en-GB"/>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153888"/>
          </a:xfrm>
          <a:prstGeom prst="rect">
            <a:avLst/>
          </a:prstGeom>
        </p:spPr>
        <p:txBody>
          <a:bodyPr wrap="square">
            <a:spAutoFit/>
          </a:bodyPr>
          <a:lstStyle>
            <a:lvl1pPr marL="0" indent="0">
              <a:buFont typeface="Arial" panose="020B0604020202020204" pitchFamily="34" charset="0"/>
              <a:buNone/>
              <a:defRPr sz="1000">
                <a:solidFill>
                  <a:srgbClr val="091F2C"/>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GB"/>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184666"/>
          </a:xfrm>
          <a:prstGeom prst="rect">
            <a:avLst/>
          </a:prstGeom>
        </p:spPr>
        <p:txBody>
          <a:bodyPr anchor="t"/>
          <a:lstStyle>
            <a:lvl1pPr marL="0" indent="0">
              <a:spcBef>
                <a:spcPts val="0"/>
              </a:spcBef>
              <a:buNone/>
              <a:defRPr sz="1200" b="1" i="0">
                <a:solidFill>
                  <a:srgbClr val="091F2C"/>
                </a:solidFill>
                <a:latin typeface="+mj-lt"/>
                <a:cs typeface="Segoe Sans Display Semibold" pitchFamily="2" charset="0"/>
              </a:defRPr>
            </a:lvl1pPr>
          </a:lstStyle>
          <a:p>
            <a:pPr lvl="0"/>
            <a:r>
              <a:rPr lang="en-GB"/>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153888"/>
          </a:xfrm>
          <a:prstGeom prst="rect">
            <a:avLst/>
          </a:prstGeom>
        </p:spPr>
        <p:txBody>
          <a:bodyPr wrap="square">
            <a:spAutoFit/>
          </a:bodyPr>
          <a:lstStyle>
            <a:lvl1pPr marL="0" indent="0">
              <a:buFont typeface="Arial" panose="020B0604020202020204" pitchFamily="34" charset="0"/>
              <a:buNone/>
              <a:defRPr sz="1000">
                <a:solidFill>
                  <a:srgbClr val="091F2C"/>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GB"/>
              <a:t>Click to edit Master text styles</a:t>
            </a:r>
          </a:p>
        </p:txBody>
      </p:sp>
    </p:spTree>
    <p:extLst>
      <p:ext uri="{BB962C8B-B14F-4D97-AF65-F5344CB8AC3E}">
        <p14:creationId xmlns:p14="http://schemas.microsoft.com/office/powerpoint/2010/main" val="261313484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hree photos_with Captions">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184666"/>
          </a:xfrm>
          <a:prstGeom prst="rect">
            <a:avLst/>
          </a:prstGeom>
        </p:spPr>
        <p:txBody>
          <a:bodyPr anchor="t"/>
          <a:lstStyle>
            <a:lvl1pPr marL="0" indent="0">
              <a:spcBef>
                <a:spcPts val="0"/>
              </a:spcBef>
              <a:buNone/>
              <a:defRPr sz="1200" b="1" i="0">
                <a:solidFill>
                  <a:srgbClr val="091F2C"/>
                </a:solidFill>
                <a:latin typeface="+mj-lt"/>
                <a:cs typeface="Segoe Sans Display Semibold" pitchFamily="2" charset="0"/>
              </a:defRPr>
            </a:lvl1pPr>
          </a:lstStyle>
          <a:p>
            <a:pPr lvl="0"/>
            <a:r>
              <a:rPr lang="en-GB"/>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153888"/>
          </a:xfrm>
          <a:prstGeom prst="rect">
            <a:avLst/>
          </a:prstGeom>
        </p:spPr>
        <p:txBody>
          <a:bodyPr wrap="square">
            <a:spAutoFit/>
          </a:bodyPr>
          <a:lstStyle>
            <a:lvl1pPr marL="0" indent="0">
              <a:buFont typeface="Arial" panose="020B0604020202020204" pitchFamily="34" charset="0"/>
              <a:buNone/>
              <a:defRPr sz="1000">
                <a:solidFill>
                  <a:srgbClr val="091F2C"/>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GB"/>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184666"/>
          </a:xfrm>
          <a:prstGeom prst="rect">
            <a:avLst/>
          </a:prstGeom>
        </p:spPr>
        <p:txBody>
          <a:bodyPr anchor="t"/>
          <a:lstStyle>
            <a:lvl1pPr marL="0" indent="0">
              <a:spcBef>
                <a:spcPts val="0"/>
              </a:spcBef>
              <a:buNone/>
              <a:defRPr sz="1200" b="1" i="0">
                <a:solidFill>
                  <a:srgbClr val="091F2C"/>
                </a:solidFill>
                <a:latin typeface="+mj-lt"/>
                <a:cs typeface="Segoe Sans Display Semibold" pitchFamily="2" charset="0"/>
              </a:defRPr>
            </a:lvl1pPr>
          </a:lstStyle>
          <a:p>
            <a:pPr lvl="0"/>
            <a:r>
              <a:rPr lang="en-GB"/>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153888"/>
          </a:xfrm>
          <a:prstGeom prst="rect">
            <a:avLst/>
          </a:prstGeom>
        </p:spPr>
        <p:txBody>
          <a:bodyPr wrap="square">
            <a:spAutoFit/>
          </a:bodyPr>
          <a:lstStyle>
            <a:lvl1pPr marL="0" indent="0">
              <a:buFont typeface="Arial" panose="020B0604020202020204" pitchFamily="34" charset="0"/>
              <a:buNone/>
              <a:defRPr sz="1000">
                <a:solidFill>
                  <a:srgbClr val="091F2C"/>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GB"/>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187857"/>
          </a:xfrm>
          <a:prstGeom prst="rect">
            <a:avLst/>
          </a:prstGeom>
        </p:spPr>
        <p:txBody>
          <a:bodyPr anchor="t"/>
          <a:lstStyle>
            <a:lvl1pPr marL="0" indent="0">
              <a:spcBef>
                <a:spcPts val="0"/>
              </a:spcBef>
              <a:buNone/>
              <a:defRPr sz="1200" b="1" i="0">
                <a:solidFill>
                  <a:srgbClr val="091F2C"/>
                </a:solidFill>
                <a:latin typeface="+mj-lt"/>
                <a:cs typeface="Segoe Sans Display Semibold" pitchFamily="2" charset="0"/>
              </a:defRPr>
            </a:lvl1pPr>
          </a:lstStyle>
          <a:p>
            <a:pPr lvl="0"/>
            <a:r>
              <a:rPr lang="en-GB"/>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156547"/>
          </a:xfrm>
          <a:prstGeom prst="rect">
            <a:avLst/>
          </a:prstGeom>
        </p:spPr>
        <p:txBody>
          <a:bodyPr wrap="square">
            <a:spAutoFit/>
          </a:bodyPr>
          <a:lstStyle>
            <a:lvl1pPr marL="0" indent="0">
              <a:buFont typeface="Arial" panose="020B0604020202020204" pitchFamily="34" charset="0"/>
              <a:buNone/>
              <a:defRPr sz="1000">
                <a:solidFill>
                  <a:srgbClr val="091F2C"/>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GB"/>
              <a:t>Click to edit Master text styles</a:t>
            </a:r>
          </a:p>
        </p:txBody>
      </p:sp>
    </p:spTree>
    <p:extLst>
      <p:ext uri="{BB962C8B-B14F-4D97-AF65-F5344CB8AC3E}">
        <p14:creationId xmlns:p14="http://schemas.microsoft.com/office/powerpoint/2010/main" val="5036224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Four photos_with Captions">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GB"/>
              <a:t>Click icon to add picture</a:t>
            </a:r>
            <a:endParaRPr lang="en-US"/>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184666"/>
          </a:xfrm>
          <a:prstGeom prst="rect">
            <a:avLst/>
          </a:prstGeom>
        </p:spPr>
        <p:txBody>
          <a:bodyPr anchor="t"/>
          <a:lstStyle>
            <a:lvl1pPr marL="0" indent="0">
              <a:spcBef>
                <a:spcPts val="0"/>
              </a:spcBef>
              <a:buNone/>
              <a:defRPr sz="1200" b="1" i="0">
                <a:solidFill>
                  <a:srgbClr val="091F2C"/>
                </a:solidFill>
                <a:latin typeface="+mj-lt"/>
                <a:cs typeface="Segoe Sans Display Semibold" pitchFamily="2" charset="0"/>
              </a:defRPr>
            </a:lvl1pPr>
          </a:lstStyle>
          <a:p>
            <a:pPr lvl="0"/>
            <a:r>
              <a:rPr lang="en-GB"/>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53888"/>
          </a:xfrm>
          <a:prstGeom prst="rect">
            <a:avLst/>
          </a:prstGeom>
        </p:spPr>
        <p:txBody>
          <a:bodyPr wrap="square">
            <a:spAutoFit/>
          </a:bodyPr>
          <a:lstStyle>
            <a:lvl1pPr marL="0" indent="0">
              <a:buFont typeface="Arial" panose="020B0604020202020204" pitchFamily="34" charset="0"/>
              <a:buNone/>
              <a:defRPr sz="1000">
                <a:solidFill>
                  <a:srgbClr val="091F2C"/>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GB"/>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GB"/>
              <a:t>Click icon to add picture</a:t>
            </a:r>
            <a:endParaRPr lang="en-US"/>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184666"/>
          </a:xfrm>
          <a:prstGeom prst="rect">
            <a:avLst/>
          </a:prstGeom>
        </p:spPr>
        <p:txBody>
          <a:bodyPr anchor="t"/>
          <a:lstStyle>
            <a:lvl1pPr marL="0" indent="0">
              <a:spcBef>
                <a:spcPts val="0"/>
              </a:spcBef>
              <a:buNone/>
              <a:defRPr sz="1200" b="1" i="0">
                <a:solidFill>
                  <a:srgbClr val="091F2C"/>
                </a:solidFill>
                <a:latin typeface="+mj-lt"/>
                <a:cs typeface="Segoe Sans Display Semibold" pitchFamily="2" charset="0"/>
              </a:defRPr>
            </a:lvl1pPr>
          </a:lstStyle>
          <a:p>
            <a:pPr lvl="0"/>
            <a:r>
              <a:rPr lang="en-GB"/>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53888"/>
          </a:xfrm>
          <a:prstGeom prst="rect">
            <a:avLst/>
          </a:prstGeom>
        </p:spPr>
        <p:txBody>
          <a:bodyPr wrap="square">
            <a:spAutoFit/>
          </a:bodyPr>
          <a:lstStyle>
            <a:lvl1pPr marL="0" indent="0">
              <a:buFont typeface="Arial" panose="020B0604020202020204" pitchFamily="34" charset="0"/>
              <a:buNone/>
              <a:defRPr sz="1000">
                <a:solidFill>
                  <a:srgbClr val="091F2C"/>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GB"/>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GB"/>
              <a:t>Click icon to add picture</a:t>
            </a:r>
            <a:endParaRPr lang="en-US"/>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184666"/>
          </a:xfrm>
          <a:prstGeom prst="rect">
            <a:avLst/>
          </a:prstGeom>
        </p:spPr>
        <p:txBody>
          <a:bodyPr anchor="t"/>
          <a:lstStyle>
            <a:lvl1pPr marL="0" indent="0">
              <a:spcBef>
                <a:spcPts val="0"/>
              </a:spcBef>
              <a:buNone/>
              <a:defRPr sz="1200" b="1" i="0">
                <a:solidFill>
                  <a:srgbClr val="091F2C"/>
                </a:solidFill>
                <a:latin typeface="+mj-lt"/>
                <a:cs typeface="Segoe Sans Display Semibold" pitchFamily="2" charset="0"/>
              </a:defRPr>
            </a:lvl1pPr>
          </a:lstStyle>
          <a:p>
            <a:pPr lvl="0"/>
            <a:r>
              <a:rPr lang="en-GB"/>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53888"/>
          </a:xfrm>
          <a:prstGeom prst="rect">
            <a:avLst/>
          </a:prstGeom>
        </p:spPr>
        <p:txBody>
          <a:bodyPr wrap="square">
            <a:spAutoFit/>
          </a:bodyPr>
          <a:lstStyle>
            <a:lvl1pPr marL="0" indent="0">
              <a:buFont typeface="Arial" panose="020B0604020202020204" pitchFamily="34" charset="0"/>
              <a:buNone/>
              <a:defRPr sz="1000">
                <a:solidFill>
                  <a:srgbClr val="091F2C"/>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GB"/>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GB"/>
              <a:t>Click icon to add picture</a:t>
            </a:r>
            <a:endParaRPr lang="en-US"/>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184666"/>
          </a:xfrm>
          <a:prstGeom prst="rect">
            <a:avLst/>
          </a:prstGeom>
        </p:spPr>
        <p:txBody>
          <a:bodyPr anchor="t"/>
          <a:lstStyle>
            <a:lvl1pPr marL="0" indent="0">
              <a:spcBef>
                <a:spcPts val="0"/>
              </a:spcBef>
              <a:buNone/>
              <a:defRPr sz="1200" b="1" i="0">
                <a:solidFill>
                  <a:srgbClr val="091F2C"/>
                </a:solidFill>
                <a:latin typeface="+mj-lt"/>
                <a:cs typeface="Segoe Sans Display Semibold" pitchFamily="2" charset="0"/>
              </a:defRPr>
            </a:lvl1pPr>
          </a:lstStyle>
          <a:p>
            <a:pPr lvl="0"/>
            <a:r>
              <a:rPr lang="en-GB"/>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53888"/>
          </a:xfrm>
          <a:prstGeom prst="rect">
            <a:avLst/>
          </a:prstGeom>
        </p:spPr>
        <p:txBody>
          <a:bodyPr wrap="square">
            <a:spAutoFit/>
          </a:bodyPr>
          <a:lstStyle>
            <a:lvl1pPr marL="0" indent="0">
              <a:buFont typeface="Arial" panose="020B0604020202020204" pitchFamily="34" charset="0"/>
              <a:buNone/>
              <a:defRPr sz="1000">
                <a:solidFill>
                  <a:srgbClr val="091F2C"/>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GB"/>
              <a:t>Click to edit Master text styles</a:t>
            </a:r>
          </a:p>
        </p:txBody>
      </p:sp>
    </p:spTree>
    <p:extLst>
      <p:ext uri="{BB962C8B-B14F-4D97-AF65-F5344CB8AC3E}">
        <p14:creationId xmlns:p14="http://schemas.microsoft.com/office/powerpoint/2010/main" val="38131012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_with Hea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Tree>
    <p:extLst>
      <p:ext uri="{BB962C8B-B14F-4D97-AF65-F5344CB8AC3E}">
        <p14:creationId xmlns:p14="http://schemas.microsoft.com/office/powerpoint/2010/main" val="266338322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1" i="0">
                <a:solidFill>
                  <a:srgbClr val="091F2C"/>
                </a:solidFill>
                <a:latin typeface="+mj-lt"/>
                <a:cs typeface="Segoe Sans Display Semibold" pitchFamily="2" charset="0"/>
              </a:defRPr>
            </a:lvl1pPr>
          </a:lstStyle>
          <a:p>
            <a:r>
              <a:rPr lang="en-GB"/>
              <a:t>Click to edit Master title style</a:t>
            </a:r>
            <a:endParaRPr lang="en-US"/>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04754"/>
          </a:xfrm>
          <a:prstGeom prst="rect">
            <a:avLst/>
          </a:prstGeom>
        </p:spPr>
        <p:txBody>
          <a:bodyPr wrap="square">
            <a:spAutoFit/>
          </a:bodyPr>
          <a:lstStyle>
            <a:lvl1pPr marL="0" indent="0">
              <a:buFont typeface="Arial" panose="020B0604020202020204" pitchFamily="34" charset="0"/>
              <a:buNone/>
              <a:defRPr b="1" i="0">
                <a:solidFill>
                  <a:srgbClr val="091F2C"/>
                </a:solidFill>
                <a:latin typeface="+mj-lt"/>
                <a:cs typeface="Segoe Sans Display Semibold" pitchFamily="2" charset="0"/>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GB"/>
              <a:t>Click to edit Master text styles</a:t>
            </a:r>
          </a:p>
          <a:p>
            <a:pPr lvl="1"/>
            <a:r>
              <a:rPr lang="en-GB"/>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911019"/>
          </a:xfrm>
          <a:prstGeom prst="rect">
            <a:avLst/>
          </a:prstGeom>
        </p:spPr>
        <p:txBody>
          <a:bodyPr wrap="square">
            <a:spAutoFit/>
          </a:bodyPr>
          <a:lstStyle>
            <a:lvl1pPr marL="137160" indent="-137160">
              <a:buFont typeface="Arial" panose="020B0604020202020204" pitchFamily="34" charset="0"/>
              <a:buChar char="•"/>
              <a:defRPr b="0" i="0">
                <a:solidFill>
                  <a:srgbClr val="091F2C"/>
                </a:solidFill>
                <a:latin typeface="Segoe UI" panose="020B0502040204020203" pitchFamily="34" charset="0"/>
                <a:cs typeface="Segoe UI" panose="020B0502040204020203" pitchFamily="34" charset="0"/>
              </a:defRPr>
            </a:lvl1pPr>
            <a:lvl2pPr marL="265176" indent="-128016">
              <a:buFont typeface="Arial" panose="020B0604020202020204" pitchFamily="34" charset="0"/>
              <a:buChar char="•"/>
              <a:defRPr b="0" i="0">
                <a:solidFill>
                  <a:srgbClr val="091F2C"/>
                </a:solidFill>
                <a:latin typeface="Segoe UI" panose="020B0502040204020203" pitchFamily="34" charset="0"/>
                <a:cs typeface="Segoe UI" panose="020B0502040204020203" pitchFamily="34" charset="0"/>
              </a:defRPr>
            </a:lvl2pPr>
            <a:lvl3pPr marL="384048" indent="-118872">
              <a:buFont typeface="Arial" panose="020B0604020202020204" pitchFamily="34" charset="0"/>
              <a:buChar char="•"/>
              <a:defRPr b="0" i="0">
                <a:solidFill>
                  <a:srgbClr val="091F2C"/>
                </a:solidFill>
                <a:latin typeface="Segoe UI" panose="020B0502040204020203" pitchFamily="34" charset="0"/>
                <a:cs typeface="Segoe UI" panose="020B0502040204020203" pitchFamily="34" charset="0"/>
              </a:defRPr>
            </a:lvl3pPr>
            <a:lvl4pPr marL="685800" indent="0">
              <a:buNone/>
              <a:defRPr b="0" i="0">
                <a:solidFill>
                  <a:srgbClr val="091F2C"/>
                </a:solidFill>
                <a:latin typeface="Segoe UI" panose="020B0502040204020203" pitchFamily="34" charset="0"/>
                <a:cs typeface="Segoe UI" panose="020B0502040204020203" pitchFamily="34" charset="0"/>
              </a:defRPr>
            </a:lvl4pPr>
            <a:lvl5pPr marL="914400" indent="0">
              <a:buNone/>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04754"/>
          </a:xfrm>
          <a:prstGeom prst="rect">
            <a:avLst/>
          </a:prstGeom>
        </p:spPr>
        <p:txBody>
          <a:bodyPr wrap="square">
            <a:spAutoFit/>
          </a:bodyPr>
          <a:lstStyle>
            <a:lvl1pPr marL="0" indent="0">
              <a:buFont typeface="Arial" panose="020B0604020202020204" pitchFamily="34" charset="0"/>
              <a:buNone/>
              <a:defRPr b="1" i="0">
                <a:solidFill>
                  <a:srgbClr val="091F2C"/>
                </a:solidFill>
                <a:latin typeface="+mj-lt"/>
                <a:cs typeface="Segoe Sans Display Semibold" pitchFamily="2" charset="0"/>
              </a:defRPr>
            </a:lvl1pPr>
            <a:lvl2pPr marL="265176" indent="-128016">
              <a:buFont typeface="Arial" panose="020B0604020202020204" pitchFamily="34" charset="0"/>
              <a:buChar char="•"/>
              <a:defRPr>
                <a:solidFill>
                  <a:srgbClr val="091F2C"/>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GB"/>
              <a:t>Click to edit Master text styles</a:t>
            </a:r>
          </a:p>
          <a:p>
            <a:pPr lvl="1"/>
            <a:r>
              <a:rPr lang="en-GB"/>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911019"/>
          </a:xfrm>
          <a:prstGeom prst="rect">
            <a:avLst/>
          </a:prstGeom>
        </p:spPr>
        <p:txBody>
          <a:bodyPr wrap="square">
            <a:spAutoFit/>
          </a:bodyPr>
          <a:lstStyle>
            <a:lvl1pPr marL="137160" indent="-137160">
              <a:buFont typeface="Arial" panose="020B0604020202020204" pitchFamily="34" charset="0"/>
              <a:buChar char="•"/>
              <a:defRPr b="0" i="0">
                <a:solidFill>
                  <a:srgbClr val="091F2C"/>
                </a:solidFill>
                <a:latin typeface="Segoe UI" panose="020B0502040204020203" pitchFamily="34" charset="0"/>
                <a:cs typeface="Segoe UI" panose="020B0502040204020203" pitchFamily="34" charset="0"/>
              </a:defRPr>
            </a:lvl1pPr>
            <a:lvl2pPr marL="265176" indent="-128016">
              <a:buFont typeface="Arial" panose="020B0604020202020204" pitchFamily="34" charset="0"/>
              <a:buChar char="•"/>
              <a:defRPr b="0" i="0">
                <a:solidFill>
                  <a:srgbClr val="091F2C"/>
                </a:solidFill>
                <a:latin typeface="Segoe UI" panose="020B0502040204020203" pitchFamily="34" charset="0"/>
                <a:cs typeface="Segoe UI" panose="020B0502040204020203" pitchFamily="34" charset="0"/>
              </a:defRPr>
            </a:lvl2pPr>
            <a:lvl3pPr marL="384048" indent="-118872">
              <a:buFont typeface="Arial" panose="020B0604020202020204" pitchFamily="34" charset="0"/>
              <a:buChar char="•"/>
              <a:defRPr b="0" i="0">
                <a:solidFill>
                  <a:srgbClr val="091F2C"/>
                </a:solidFill>
                <a:latin typeface="Segoe UI" panose="020B0502040204020203" pitchFamily="34" charset="0"/>
                <a:cs typeface="Segoe UI" panose="020B0502040204020203" pitchFamily="34" charset="0"/>
              </a:defRPr>
            </a:lvl3pPr>
            <a:lvl4pPr marL="685800" indent="0">
              <a:buNone/>
              <a:defRPr b="0" i="0">
                <a:solidFill>
                  <a:srgbClr val="091F2C"/>
                </a:solidFill>
                <a:latin typeface="Segoe UI" panose="020B0502040204020203" pitchFamily="34" charset="0"/>
                <a:cs typeface="Segoe UI" panose="020B0502040204020203" pitchFamily="34" charset="0"/>
              </a:defRPr>
            </a:lvl4pPr>
            <a:lvl5pPr marL="914400" indent="0">
              <a:buNone/>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737187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chemeClr val="bg2"/>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b="0" i="0">
                <a:solidFill>
                  <a:srgbClr val="091F2C"/>
                </a:solidFill>
                <a:latin typeface="Segoe UI" panose="020B0502040204020203" pitchFamily="34" charset="0"/>
                <a:cs typeface="Segoe UI" panose="020B0502040204020203"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41645"/>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4021385353"/>
      </p:ext>
    </p:extLst>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8E6DF"/>
        </a:solidFill>
        <a:effectLst/>
      </p:bgPr>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GB"/>
              <a:t>Click to edit Master title style</a:t>
            </a:r>
            <a:endParaRPr lang="en-US"/>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pic>
        <p:nvPicPr>
          <p:cNvPr id="6" name="Graphic 5">
            <a:extLst>
              <a:ext uri="{FF2B5EF4-FFF2-40B4-BE49-F238E27FC236}">
                <a16:creationId xmlns:a16="http://schemas.microsoft.com/office/drawing/2014/main" id="{C21DE6D5-FF91-85A4-E9FC-5084016E9E3B}"/>
              </a:ext>
            </a:extLst>
          </p:cNvPr>
          <p:cNvPicPr>
            <a:picLocks noChangeAspect="1"/>
          </p:cNvPicPr>
          <p:nvPr userDrawn="1"/>
        </p:nvPicPr>
        <p:blipFill>
          <a:blip r:embed="rId25" cstate="print">
            <a:extLst>
              <a:ext uri="{28A0092B-C50C-407E-A947-70E740481C1C}">
                <a14:useLocalDpi xmlns:a14="http://schemas.microsoft.com/office/drawing/2010/main"/>
              </a:ext>
            </a:extLst>
          </a:blip>
          <a:srcRect/>
          <a:stretch/>
        </p:blipFill>
        <p:spPr>
          <a:xfrm>
            <a:off x="12272859" y="-8128"/>
            <a:ext cx="1384297" cy="6866121"/>
          </a:xfrm>
          <a:prstGeom prst="rect">
            <a:avLst/>
          </a:prstGeom>
        </p:spPr>
      </p:pic>
    </p:spTree>
    <p:extLst>
      <p:ext uri="{BB962C8B-B14F-4D97-AF65-F5344CB8AC3E}">
        <p14:creationId xmlns:p14="http://schemas.microsoft.com/office/powerpoint/2010/main" val="20826072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transition>
    <p:fade/>
  </p:transition>
  <p:hf sldNum="0" hdr="0" dt="0"/>
  <p:txStyles>
    <p:titleStyle>
      <a:lvl1pPr algn="l" defTabSz="932742" rtl="0" eaLnBrk="1" latinLnBrk="0" hangingPunct="1">
        <a:lnSpc>
          <a:spcPct val="100000"/>
        </a:lnSpc>
        <a:spcBef>
          <a:spcPct val="0"/>
        </a:spcBef>
        <a:buNone/>
        <a:defRPr lang="en-US" sz="2000" b="1" i="0" kern="1200" cap="none" spc="0" baseline="0" dirty="0" smtClean="0">
          <a:ln w="3175">
            <a:noFill/>
          </a:ln>
          <a:solidFill>
            <a:srgbClr val="091F2C"/>
          </a:solidFill>
          <a:effectLst/>
          <a:latin typeface="+mj-lt"/>
          <a:ea typeface="+mn-ea"/>
          <a:cs typeface="Segoe Sans Display Semibold" pitchFamily="2"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b="0" i="0" kern="1200" spc="0" baseline="0">
          <a:solidFill>
            <a:srgbClr val="091F2C"/>
          </a:solidFill>
          <a:latin typeface="Segoe UI" panose="020B0502040204020203" pitchFamily="34" charset="0"/>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b="0" i="0" kern="1200" spc="0" baseline="0">
          <a:solidFill>
            <a:srgbClr val="091F2C"/>
          </a:solidFill>
          <a:latin typeface="Segoe UI" panose="020B0502040204020203" pitchFamily="34" charset="0"/>
          <a:ea typeface="+mn-ea"/>
          <a:cs typeface="Segoe UI" panose="020B0502040204020203" pitchFamily="34" charset="0"/>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b="0" i="0" kern="1200" spc="0" baseline="0">
          <a:solidFill>
            <a:srgbClr val="091F2C"/>
          </a:solidFill>
          <a:latin typeface="Segoe UI" panose="020B0502040204020203" pitchFamily="34" charset="0"/>
          <a:ea typeface="+mn-ea"/>
          <a:cs typeface="Segoe UI" panose="020B0502040204020203" pitchFamily="34" charset="0"/>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96AFC-9DEB-FD0B-BC77-F3F4F44F37C0}"/>
            </a:ext>
          </a:extLst>
        </p:cNvPr>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AF77F98F-BE75-EBF4-F87F-1A8A43CA107B}"/>
              </a:ext>
            </a:extLst>
          </p:cNvPr>
          <p:cNvGraphicFramePr>
            <a:graphicFrameLocks noGrp="1"/>
          </p:cNvGraphicFramePr>
          <p:nvPr/>
        </p:nvGraphicFramePr>
        <p:xfrm>
          <a:off x="558459" y="1147603"/>
          <a:ext cx="10886883" cy="5134753"/>
        </p:xfrm>
        <a:graphic>
          <a:graphicData uri="http://schemas.openxmlformats.org/drawingml/2006/table">
            <a:tbl>
              <a:tblPr firstRow="1" firstCol="1" bandRow="1">
                <a:tableStyleId>{C4B1156A-380E-4F78-BDF5-A606A8083BF9}</a:tableStyleId>
              </a:tblPr>
              <a:tblGrid>
                <a:gridCol w="5426047">
                  <a:extLst>
                    <a:ext uri="{9D8B030D-6E8A-4147-A177-3AD203B41FA5}">
                      <a16:colId xmlns:a16="http://schemas.microsoft.com/office/drawing/2014/main" val="957772240"/>
                    </a:ext>
                  </a:extLst>
                </a:gridCol>
                <a:gridCol w="5460836">
                  <a:extLst>
                    <a:ext uri="{9D8B030D-6E8A-4147-A177-3AD203B41FA5}">
                      <a16:colId xmlns:a16="http://schemas.microsoft.com/office/drawing/2014/main" val="1248868225"/>
                    </a:ext>
                  </a:extLst>
                </a:gridCol>
              </a:tblGrid>
              <a:tr h="837365">
                <a:tc gridSpan="2">
                  <a:txBody>
                    <a:bodyPr/>
                    <a:lstStyle/>
                    <a:p>
                      <a:pPr>
                        <a:lnSpc>
                          <a:spcPct val="115000"/>
                        </a:lnSpc>
                        <a:spcAft>
                          <a:spcPts val="800"/>
                        </a:spcAft>
                        <a:buNone/>
                      </a:pPr>
                      <a:r>
                        <a:rPr lang="en-US" sz="1100" b="1" kern="100" dirty="0">
                          <a:effectLst/>
                        </a:rPr>
                        <a:t>Use case description (Goal)</a:t>
                      </a:r>
                      <a:endParaRPr lang="" sz="1050" kern="100" dirty="0">
                        <a:effectLst/>
                      </a:endParaRPr>
                    </a:p>
                    <a:p>
                      <a:pPr>
                        <a:buNone/>
                      </a:pPr>
                      <a:r>
                        <a:rPr lang="en-US" sz="1050" kern="1200" dirty="0">
                          <a:solidFill>
                            <a:srgbClr val="A5A5A5"/>
                          </a:solidFill>
                          <a:effectLst/>
                        </a:rPr>
                        <a:t>Describe your business use case preferably using the </a:t>
                      </a:r>
                      <a:r>
                        <a:rPr lang="en-US" sz="1050" b="1" kern="1200" dirty="0">
                          <a:solidFill>
                            <a:srgbClr val="A5A5A5"/>
                          </a:solidFill>
                          <a:effectLst/>
                        </a:rPr>
                        <a:t>Jobs To be Done</a:t>
                      </a:r>
                      <a:r>
                        <a:rPr lang="en-US" sz="1050" kern="1200" dirty="0">
                          <a:solidFill>
                            <a:srgbClr val="A5A5A5"/>
                          </a:solidFill>
                          <a:effectLst/>
                        </a:rPr>
                        <a:t> framework. Clarify the problem, target users, expected impact and what success looks like. Example: As a new employee, I need to understand my local HR policies so that I can navigate onboarding confidently.</a:t>
                      </a:r>
                      <a:endParaRPr lang="" sz="1050" kern="100" dirty="0">
                        <a:effectLst/>
                      </a:endParaRPr>
                    </a:p>
                    <a:p>
                      <a:pPr>
                        <a:lnSpc>
                          <a:spcPct val="115000"/>
                        </a:lnSpc>
                        <a:spcAft>
                          <a:spcPts val="800"/>
                        </a:spcAft>
                        <a:buNone/>
                      </a:pPr>
                      <a:r>
                        <a:rPr lang="en-US" sz="1050" kern="100" dirty="0">
                          <a:effectLst/>
                        </a:rPr>
                        <a:t> </a:t>
                      </a:r>
                      <a:endParaRPr lang="" sz="1050" kern="100" dirty="0">
                        <a:effectLst/>
                        <a:latin typeface="Aptos" panose="020B0004020202020204" pitchFamily="34" charset="0"/>
                        <a:ea typeface="Aptos" panose="020B0004020202020204" pitchFamily="34" charset="0"/>
                        <a:cs typeface="Arial" panose="020B0604020202020204" pitchFamily="34" charset="0"/>
                      </a:endParaRPr>
                    </a:p>
                  </a:txBody>
                  <a:tcPr marL="8239" marR="8239" marT="0" marB="0"/>
                </a:tc>
                <a:tc hMerge="1">
                  <a:txBody>
                    <a:bodyPr/>
                    <a:lstStyle/>
                    <a:p>
                      <a:endParaRPr lang="LID4096"/>
                    </a:p>
                  </a:txBody>
                  <a:tcPr/>
                </a:tc>
                <a:extLst>
                  <a:ext uri="{0D108BD9-81ED-4DB2-BD59-A6C34878D82A}">
                    <a16:rowId xmlns:a16="http://schemas.microsoft.com/office/drawing/2014/main" val="1800504398"/>
                  </a:ext>
                </a:extLst>
              </a:tr>
              <a:tr h="837365">
                <a:tc>
                  <a:txBody>
                    <a:bodyPr/>
                    <a:lstStyle/>
                    <a:p>
                      <a:pPr>
                        <a:lnSpc>
                          <a:spcPct val="115000"/>
                        </a:lnSpc>
                        <a:spcAft>
                          <a:spcPts val="800"/>
                        </a:spcAft>
                        <a:buNone/>
                      </a:pPr>
                      <a:r>
                        <a:rPr lang="en-US" sz="1100" b="1" kern="100" dirty="0">
                          <a:effectLst/>
                        </a:rPr>
                        <a:t>Triggers</a:t>
                      </a:r>
                      <a:endParaRPr lang="" sz="1050" kern="100" dirty="0">
                        <a:effectLst/>
                      </a:endParaRPr>
                    </a:p>
                    <a:p>
                      <a:pPr>
                        <a:buNone/>
                      </a:pPr>
                      <a:r>
                        <a:rPr lang="en-US" sz="1050" kern="1200" dirty="0">
                          <a:solidFill>
                            <a:srgbClr val="A5A5A5"/>
                          </a:solidFill>
                          <a:effectLst/>
                        </a:rPr>
                        <a:t>Define the events that initiate agent workflow. Example: A new message in a chat, a new email, a new record in a system. </a:t>
                      </a:r>
                      <a:endParaRPr lang="" sz="1050" kern="100" dirty="0">
                        <a:effectLst/>
                      </a:endParaRPr>
                    </a:p>
                    <a:p>
                      <a:pPr>
                        <a:lnSpc>
                          <a:spcPct val="115000"/>
                        </a:lnSpc>
                        <a:spcAft>
                          <a:spcPts val="800"/>
                        </a:spcAft>
                        <a:buNone/>
                      </a:pPr>
                      <a:r>
                        <a:rPr lang="en-US" sz="1050" kern="100" dirty="0">
                          <a:effectLst/>
                        </a:rPr>
                        <a:t> </a:t>
                      </a:r>
                      <a:endParaRPr lang="" sz="1050" kern="100" dirty="0">
                        <a:effectLst/>
                        <a:latin typeface="Aptos" panose="020B0004020202020204" pitchFamily="34" charset="0"/>
                        <a:ea typeface="Aptos" panose="020B0004020202020204" pitchFamily="34" charset="0"/>
                        <a:cs typeface="Arial" panose="020B0604020202020204" pitchFamily="34" charset="0"/>
                      </a:endParaRPr>
                    </a:p>
                  </a:txBody>
                  <a:tcPr marL="8239" marR="8239" marT="0" marB="0"/>
                </a:tc>
                <a:tc>
                  <a:txBody>
                    <a:bodyPr/>
                    <a:lstStyle/>
                    <a:p>
                      <a:pPr>
                        <a:lnSpc>
                          <a:spcPct val="115000"/>
                        </a:lnSpc>
                        <a:spcAft>
                          <a:spcPts val="800"/>
                        </a:spcAft>
                        <a:buNone/>
                      </a:pPr>
                      <a:r>
                        <a:rPr lang="en-US" sz="1100" b="1" kern="100">
                          <a:effectLst/>
                        </a:rPr>
                        <a:t>Channels</a:t>
                      </a:r>
                      <a:r>
                        <a:rPr lang="en-US" sz="1050" kern="100">
                          <a:effectLst/>
                        </a:rPr>
                        <a:t> </a:t>
                      </a:r>
                      <a:endParaRPr lang="" sz="1050" kern="100">
                        <a:effectLst/>
                      </a:endParaRPr>
                    </a:p>
                    <a:p>
                      <a:pPr>
                        <a:buNone/>
                      </a:pPr>
                      <a:r>
                        <a:rPr lang="en-US" sz="1050" kern="1200">
                          <a:solidFill>
                            <a:srgbClr val="A5A5A5"/>
                          </a:solidFill>
                          <a:effectLst/>
                        </a:rPr>
                        <a:t>A channel is the specific platform or interface where your agent is deployed and interacts with users. For example: Microsoft Teams, SharePoint, web chat or voice interface</a:t>
                      </a:r>
                      <a:endParaRPr lang="" sz="1050" kern="100">
                        <a:effectLst/>
                      </a:endParaRPr>
                    </a:p>
                    <a:p>
                      <a:pPr>
                        <a:lnSpc>
                          <a:spcPct val="115000"/>
                        </a:lnSpc>
                        <a:spcAft>
                          <a:spcPts val="800"/>
                        </a:spcAft>
                        <a:buNone/>
                      </a:pPr>
                      <a:r>
                        <a:rPr lang="en-US" sz="1050" kern="100">
                          <a:effectLst/>
                        </a:rPr>
                        <a:t> </a:t>
                      </a:r>
                      <a:endParaRPr lang="" sz="1050" kern="100">
                        <a:effectLst/>
                        <a:latin typeface="Aptos" panose="020B0004020202020204" pitchFamily="34" charset="0"/>
                        <a:ea typeface="Aptos" panose="020B0004020202020204" pitchFamily="34" charset="0"/>
                        <a:cs typeface="Arial" panose="020B0604020202020204" pitchFamily="34" charset="0"/>
                      </a:endParaRPr>
                    </a:p>
                  </a:txBody>
                  <a:tcPr marL="8239" marR="8239" marT="0" marB="0"/>
                </a:tc>
                <a:extLst>
                  <a:ext uri="{0D108BD9-81ED-4DB2-BD59-A6C34878D82A}">
                    <a16:rowId xmlns:a16="http://schemas.microsoft.com/office/drawing/2014/main" val="3137961171"/>
                  </a:ext>
                </a:extLst>
              </a:tr>
              <a:tr h="906808">
                <a:tc>
                  <a:txBody>
                    <a:bodyPr/>
                    <a:lstStyle/>
                    <a:p>
                      <a:pPr>
                        <a:lnSpc>
                          <a:spcPct val="115000"/>
                        </a:lnSpc>
                        <a:spcAft>
                          <a:spcPts val="800"/>
                        </a:spcAft>
                        <a:buNone/>
                      </a:pPr>
                      <a:r>
                        <a:rPr lang="en-US" sz="1100" b="1" kern="100" dirty="0">
                          <a:effectLst/>
                        </a:rPr>
                        <a:t>Knowledge and data</a:t>
                      </a:r>
                      <a:endParaRPr lang="" sz="1050" kern="100" dirty="0">
                        <a:effectLst/>
                      </a:endParaRPr>
                    </a:p>
                    <a:p>
                      <a:pPr>
                        <a:buNone/>
                      </a:pPr>
                      <a:r>
                        <a:rPr lang="en-US" sz="1050" kern="1200" dirty="0">
                          <a:solidFill>
                            <a:srgbClr val="A5A5A5"/>
                          </a:solidFill>
                          <a:effectLst/>
                        </a:rPr>
                        <a:t>Document what the agent needs to reason over and where the knowledge or data is currently available. For example: documents, databases, websites, internal or external systems.</a:t>
                      </a:r>
                      <a:endParaRPr lang="" sz="1050" kern="100" dirty="0">
                        <a:effectLst/>
                      </a:endParaRPr>
                    </a:p>
                    <a:p>
                      <a:pPr>
                        <a:lnSpc>
                          <a:spcPct val="115000"/>
                        </a:lnSpc>
                        <a:spcAft>
                          <a:spcPts val="800"/>
                        </a:spcAft>
                        <a:buNone/>
                      </a:pPr>
                      <a:r>
                        <a:rPr lang="en-US" sz="1050" kern="100" dirty="0">
                          <a:effectLst/>
                        </a:rPr>
                        <a:t> </a:t>
                      </a:r>
                      <a:endParaRPr lang="" sz="1050" kern="100" dirty="0">
                        <a:effectLst/>
                        <a:latin typeface="Aptos" panose="020B0004020202020204" pitchFamily="34" charset="0"/>
                        <a:ea typeface="Aptos" panose="020B0004020202020204" pitchFamily="34" charset="0"/>
                        <a:cs typeface="Arial" panose="020B0604020202020204" pitchFamily="34" charset="0"/>
                      </a:endParaRPr>
                    </a:p>
                  </a:txBody>
                  <a:tcPr marL="8239" marR="8239" marT="0" marB="0"/>
                </a:tc>
                <a:tc>
                  <a:txBody>
                    <a:bodyPr/>
                    <a:lstStyle/>
                    <a:p>
                      <a:pPr>
                        <a:lnSpc>
                          <a:spcPct val="115000"/>
                        </a:lnSpc>
                        <a:spcAft>
                          <a:spcPts val="800"/>
                        </a:spcAft>
                        <a:buNone/>
                      </a:pPr>
                      <a:r>
                        <a:rPr lang="en-US" sz="1100" b="1" kern="100" dirty="0">
                          <a:effectLst/>
                        </a:rPr>
                        <a:t>Tools and integrations</a:t>
                      </a:r>
                      <a:endParaRPr lang="" sz="1050" kern="100" dirty="0">
                        <a:effectLst/>
                      </a:endParaRPr>
                    </a:p>
                    <a:p>
                      <a:pPr>
                        <a:buNone/>
                      </a:pPr>
                      <a:r>
                        <a:rPr lang="en-US" sz="1050" kern="1200" dirty="0">
                          <a:solidFill>
                            <a:srgbClr val="A5A5A5"/>
                          </a:solidFill>
                          <a:effectLst/>
                        </a:rPr>
                        <a:t>Tools expand what your agent can do, not just what it knows. What capabilities must the agent perform, not just answer? For example: Retrieving or updating records, calling APIs, sending messages or emails, performing transactional operations.</a:t>
                      </a:r>
                      <a:endParaRPr lang="" sz="1050" kern="100" dirty="0">
                        <a:effectLst/>
                      </a:endParaRPr>
                    </a:p>
                    <a:p>
                      <a:pPr>
                        <a:lnSpc>
                          <a:spcPct val="115000"/>
                        </a:lnSpc>
                        <a:spcAft>
                          <a:spcPts val="800"/>
                        </a:spcAft>
                        <a:buNone/>
                      </a:pPr>
                      <a:r>
                        <a:rPr lang="en-US" sz="1050" kern="100" dirty="0">
                          <a:effectLst/>
                        </a:rPr>
                        <a:t> </a:t>
                      </a:r>
                      <a:endParaRPr lang="" sz="1050" kern="100" dirty="0">
                        <a:effectLst/>
                        <a:latin typeface="Aptos" panose="020B0004020202020204" pitchFamily="34" charset="0"/>
                        <a:ea typeface="Aptos" panose="020B0004020202020204" pitchFamily="34" charset="0"/>
                        <a:cs typeface="Arial" panose="020B0604020202020204" pitchFamily="34" charset="0"/>
                      </a:endParaRPr>
                    </a:p>
                  </a:txBody>
                  <a:tcPr marL="8239" marR="8239" marT="0" marB="0"/>
                </a:tc>
                <a:extLst>
                  <a:ext uri="{0D108BD9-81ED-4DB2-BD59-A6C34878D82A}">
                    <a16:rowId xmlns:a16="http://schemas.microsoft.com/office/drawing/2014/main" val="2231080333"/>
                  </a:ext>
                </a:extLst>
              </a:tr>
              <a:tr h="837365">
                <a:tc>
                  <a:txBody>
                    <a:bodyPr/>
                    <a:lstStyle/>
                    <a:p>
                      <a:pPr>
                        <a:lnSpc>
                          <a:spcPct val="115000"/>
                        </a:lnSpc>
                        <a:spcAft>
                          <a:spcPts val="800"/>
                        </a:spcAft>
                        <a:buNone/>
                      </a:pPr>
                      <a:r>
                        <a:rPr lang="en-US" sz="1100" b="1" kern="100">
                          <a:effectLst/>
                        </a:rPr>
                        <a:t>Flows and orchestration</a:t>
                      </a:r>
                      <a:endParaRPr lang="" sz="1050" kern="100">
                        <a:effectLst/>
                      </a:endParaRPr>
                    </a:p>
                    <a:p>
                      <a:pPr>
                        <a:buNone/>
                      </a:pPr>
                      <a:r>
                        <a:rPr lang="en-US" sz="1050" kern="1200">
                          <a:solidFill>
                            <a:srgbClr val="A5A5A5"/>
                          </a:solidFill>
                          <a:effectLst/>
                        </a:rPr>
                        <a:t>Decide how work is structured and sequenced across the agent, including when to rely on deterministic flows, topics, or human involvement. </a:t>
                      </a:r>
                      <a:endParaRPr lang="" sz="1050" kern="100">
                        <a:effectLst/>
                      </a:endParaRPr>
                    </a:p>
                    <a:p>
                      <a:pPr>
                        <a:lnSpc>
                          <a:spcPct val="115000"/>
                        </a:lnSpc>
                        <a:spcAft>
                          <a:spcPts val="800"/>
                        </a:spcAft>
                        <a:buNone/>
                      </a:pPr>
                      <a:r>
                        <a:rPr lang="en-US" sz="1050" kern="100">
                          <a:effectLst/>
                        </a:rPr>
                        <a:t> </a:t>
                      </a:r>
                      <a:endParaRPr lang="" sz="1050" kern="100">
                        <a:effectLst/>
                        <a:latin typeface="Aptos" panose="020B0004020202020204" pitchFamily="34" charset="0"/>
                        <a:ea typeface="Aptos" panose="020B0004020202020204" pitchFamily="34" charset="0"/>
                        <a:cs typeface="Arial" panose="020B0604020202020204" pitchFamily="34" charset="0"/>
                      </a:endParaRPr>
                    </a:p>
                  </a:txBody>
                  <a:tcPr marL="8239" marR="8239" marT="0" marB="0"/>
                </a:tc>
                <a:tc>
                  <a:txBody>
                    <a:bodyPr/>
                    <a:lstStyle/>
                    <a:p>
                      <a:pPr>
                        <a:lnSpc>
                          <a:spcPct val="115000"/>
                        </a:lnSpc>
                        <a:spcAft>
                          <a:spcPts val="800"/>
                        </a:spcAft>
                        <a:buNone/>
                      </a:pPr>
                      <a:r>
                        <a:rPr lang="en-US" sz="1100" b="1" kern="100">
                          <a:effectLst/>
                        </a:rPr>
                        <a:t>Instructions and behavior</a:t>
                      </a:r>
                      <a:endParaRPr lang="" sz="1050" kern="100">
                        <a:effectLst/>
                      </a:endParaRPr>
                    </a:p>
                    <a:p>
                      <a:pPr>
                        <a:buNone/>
                      </a:pPr>
                      <a:r>
                        <a:rPr lang="en-US" sz="1050" kern="1200">
                          <a:solidFill>
                            <a:srgbClr val="A5A5A5"/>
                          </a:solidFill>
                          <a:effectLst/>
                        </a:rPr>
                        <a:t>Specify the agent's role, tasks, output format, and adding references to available tools, variables, other agents, and topics for task completion.</a:t>
                      </a:r>
                      <a:endParaRPr lang="" sz="1050" kern="100">
                        <a:effectLst/>
                      </a:endParaRPr>
                    </a:p>
                    <a:p>
                      <a:pPr>
                        <a:lnSpc>
                          <a:spcPct val="115000"/>
                        </a:lnSpc>
                        <a:spcAft>
                          <a:spcPts val="800"/>
                        </a:spcAft>
                        <a:buNone/>
                      </a:pPr>
                      <a:r>
                        <a:rPr lang="en-US" sz="1050" kern="100">
                          <a:effectLst/>
                        </a:rPr>
                        <a:t> </a:t>
                      </a:r>
                      <a:endParaRPr lang="" sz="1050" kern="100">
                        <a:effectLst/>
                        <a:latin typeface="Aptos" panose="020B0004020202020204" pitchFamily="34" charset="0"/>
                        <a:ea typeface="Aptos" panose="020B0004020202020204" pitchFamily="34" charset="0"/>
                        <a:cs typeface="Arial" panose="020B0604020202020204" pitchFamily="34" charset="0"/>
                      </a:endParaRPr>
                    </a:p>
                  </a:txBody>
                  <a:tcPr marL="8239" marR="8239" marT="0" marB="0"/>
                </a:tc>
                <a:extLst>
                  <a:ext uri="{0D108BD9-81ED-4DB2-BD59-A6C34878D82A}">
                    <a16:rowId xmlns:a16="http://schemas.microsoft.com/office/drawing/2014/main" val="1496184100"/>
                  </a:ext>
                </a:extLst>
              </a:tr>
              <a:tr h="837365">
                <a:tc>
                  <a:txBody>
                    <a:bodyPr/>
                    <a:lstStyle/>
                    <a:p>
                      <a:pPr>
                        <a:lnSpc>
                          <a:spcPct val="115000"/>
                        </a:lnSpc>
                        <a:spcAft>
                          <a:spcPts val="800"/>
                        </a:spcAft>
                        <a:buNone/>
                      </a:pPr>
                      <a:r>
                        <a:rPr lang="en-US" sz="1100" b="1" kern="100">
                          <a:effectLst/>
                        </a:rPr>
                        <a:t>Agent architecture and components</a:t>
                      </a:r>
                      <a:endParaRPr lang="" sz="1050" kern="100">
                        <a:effectLst/>
                      </a:endParaRPr>
                    </a:p>
                    <a:p>
                      <a:pPr>
                        <a:buNone/>
                      </a:pPr>
                      <a:r>
                        <a:rPr lang="en-US" sz="1050" kern="1200">
                          <a:solidFill>
                            <a:srgbClr val="A5A5A5"/>
                          </a:solidFill>
                          <a:effectLst/>
                        </a:rPr>
                        <a:t>Name  existing or new specialized agents that could be used to support the use case (e.g., Data Fabric Agents, external agents that support A2A).</a:t>
                      </a:r>
                      <a:endParaRPr lang="" sz="1050" kern="100">
                        <a:effectLst/>
                      </a:endParaRPr>
                    </a:p>
                    <a:p>
                      <a:pPr>
                        <a:lnSpc>
                          <a:spcPct val="115000"/>
                        </a:lnSpc>
                        <a:spcAft>
                          <a:spcPts val="800"/>
                        </a:spcAft>
                        <a:buNone/>
                      </a:pPr>
                      <a:r>
                        <a:rPr lang="en-US" sz="1050" kern="100">
                          <a:effectLst/>
                        </a:rPr>
                        <a:t> </a:t>
                      </a:r>
                      <a:endParaRPr lang="" sz="1050" kern="100">
                        <a:effectLst/>
                        <a:latin typeface="Aptos" panose="020B0004020202020204" pitchFamily="34" charset="0"/>
                        <a:ea typeface="Aptos" panose="020B0004020202020204" pitchFamily="34" charset="0"/>
                        <a:cs typeface="Arial" panose="020B0604020202020204" pitchFamily="34" charset="0"/>
                      </a:endParaRPr>
                    </a:p>
                  </a:txBody>
                  <a:tcPr marL="8239" marR="8239" marT="0" marB="0"/>
                </a:tc>
                <a:tc>
                  <a:txBody>
                    <a:bodyPr/>
                    <a:lstStyle/>
                    <a:p>
                      <a:pPr>
                        <a:lnSpc>
                          <a:spcPct val="115000"/>
                        </a:lnSpc>
                        <a:spcAft>
                          <a:spcPts val="800"/>
                        </a:spcAft>
                        <a:buNone/>
                      </a:pPr>
                      <a:r>
                        <a:rPr lang="en-US" sz="1100" b="1" kern="100">
                          <a:effectLst/>
                        </a:rPr>
                        <a:t>Governance &amp; Risk Management</a:t>
                      </a:r>
                      <a:endParaRPr lang="" sz="1050" kern="100">
                        <a:effectLst/>
                      </a:endParaRPr>
                    </a:p>
                    <a:p>
                      <a:pPr>
                        <a:buNone/>
                      </a:pPr>
                      <a:r>
                        <a:rPr lang="en-US" sz="1050" kern="1200">
                          <a:solidFill>
                            <a:srgbClr val="A5A5A5"/>
                          </a:solidFill>
                          <a:effectLst/>
                        </a:rPr>
                        <a:t>Define how the agent is governed, secured, and monitored to ensure it behaves responsibly, safely, and predictably throughout its lifecycle. </a:t>
                      </a:r>
                      <a:endParaRPr lang="" sz="1050" kern="100">
                        <a:effectLst/>
                      </a:endParaRPr>
                    </a:p>
                    <a:p>
                      <a:pPr>
                        <a:lnSpc>
                          <a:spcPct val="115000"/>
                        </a:lnSpc>
                        <a:spcAft>
                          <a:spcPts val="800"/>
                        </a:spcAft>
                        <a:buNone/>
                      </a:pPr>
                      <a:r>
                        <a:rPr lang="en-US" sz="1050" kern="100">
                          <a:effectLst/>
                        </a:rPr>
                        <a:t> </a:t>
                      </a:r>
                      <a:endParaRPr lang="" sz="1050" kern="100">
                        <a:effectLst/>
                        <a:latin typeface="Aptos" panose="020B0004020202020204" pitchFamily="34" charset="0"/>
                        <a:ea typeface="Aptos" panose="020B0004020202020204" pitchFamily="34" charset="0"/>
                        <a:cs typeface="Arial" panose="020B0604020202020204" pitchFamily="34" charset="0"/>
                      </a:endParaRPr>
                    </a:p>
                  </a:txBody>
                  <a:tcPr marL="8239" marR="8239" marT="0" marB="0"/>
                </a:tc>
                <a:extLst>
                  <a:ext uri="{0D108BD9-81ED-4DB2-BD59-A6C34878D82A}">
                    <a16:rowId xmlns:a16="http://schemas.microsoft.com/office/drawing/2014/main" val="2741464564"/>
                  </a:ext>
                </a:extLst>
              </a:tr>
              <a:tr h="837365">
                <a:tc gridSpan="2">
                  <a:txBody>
                    <a:bodyPr/>
                    <a:lstStyle/>
                    <a:p>
                      <a:pPr>
                        <a:lnSpc>
                          <a:spcPct val="115000"/>
                        </a:lnSpc>
                        <a:spcAft>
                          <a:spcPts val="800"/>
                        </a:spcAft>
                        <a:buNone/>
                      </a:pPr>
                      <a:r>
                        <a:rPr lang="en-US" sz="1100" b="1" kern="100" dirty="0">
                          <a:effectLst/>
                        </a:rPr>
                        <a:t>Evaluation and optimization</a:t>
                      </a:r>
                      <a:endParaRPr lang="" sz="1050" kern="100" dirty="0">
                        <a:effectLst/>
                      </a:endParaRPr>
                    </a:p>
                    <a:p>
                      <a:pPr>
                        <a:buNone/>
                      </a:pPr>
                      <a:r>
                        <a:rPr lang="en-US" sz="1050" kern="1200" dirty="0">
                          <a:solidFill>
                            <a:srgbClr val="A5A5A5"/>
                          </a:solidFill>
                          <a:effectLst/>
                        </a:rPr>
                        <a:t>Define tests that simulate real world scenarios to measure accuracy, relevancy and quality of answers of your agents by providing an expected response and how the agent response maps to your response, or the most standard response. Plan how you will measure and improve performance</a:t>
                      </a:r>
                      <a:endParaRPr lang="" sz="1050" kern="100" dirty="0">
                        <a:effectLst/>
                      </a:endParaRPr>
                    </a:p>
                    <a:p>
                      <a:pPr>
                        <a:lnSpc>
                          <a:spcPct val="115000"/>
                        </a:lnSpc>
                        <a:spcAft>
                          <a:spcPts val="800"/>
                        </a:spcAft>
                        <a:buNone/>
                      </a:pPr>
                      <a:r>
                        <a:rPr lang="en-US" sz="1050" kern="100" dirty="0">
                          <a:effectLst/>
                        </a:rPr>
                        <a:t> </a:t>
                      </a:r>
                      <a:endParaRPr lang="" sz="1050" kern="100" dirty="0">
                        <a:effectLst/>
                        <a:latin typeface="Aptos" panose="020B0004020202020204" pitchFamily="34" charset="0"/>
                        <a:ea typeface="Aptos" panose="020B0004020202020204" pitchFamily="34" charset="0"/>
                        <a:cs typeface="Arial" panose="020B0604020202020204" pitchFamily="34" charset="0"/>
                      </a:endParaRPr>
                    </a:p>
                  </a:txBody>
                  <a:tcPr marL="8239" marR="8239" marT="0" marB="0"/>
                </a:tc>
                <a:tc hMerge="1">
                  <a:txBody>
                    <a:bodyPr/>
                    <a:lstStyle/>
                    <a:p>
                      <a:endParaRPr lang="LID4096"/>
                    </a:p>
                  </a:txBody>
                  <a:tcPr/>
                </a:tc>
                <a:extLst>
                  <a:ext uri="{0D108BD9-81ED-4DB2-BD59-A6C34878D82A}">
                    <a16:rowId xmlns:a16="http://schemas.microsoft.com/office/drawing/2014/main" val="3981097908"/>
                  </a:ext>
                </a:extLst>
              </a:tr>
            </a:tbl>
          </a:graphicData>
        </a:graphic>
      </p:graphicFrame>
    </p:spTree>
    <p:extLst>
      <p:ext uri="{BB962C8B-B14F-4D97-AF65-F5344CB8AC3E}">
        <p14:creationId xmlns:p14="http://schemas.microsoft.com/office/powerpoint/2010/main" val="42365229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LIGHT MODE">
  <a:themeElements>
    <a:clrScheme name="Microsoft Innovation Hub - Dark Mode">
      <a:dk1>
        <a:srgbClr val="091F2C"/>
      </a:dk1>
      <a:lt1>
        <a:srgbClr val="FFFFFF"/>
      </a:lt1>
      <a:dk2>
        <a:srgbClr val="091F2D"/>
      </a:dk2>
      <a:lt2>
        <a:srgbClr val="FFF8F3"/>
      </a:lt2>
      <a:accent1>
        <a:srgbClr val="FFA38B"/>
      </a:accent1>
      <a:accent2>
        <a:srgbClr val="C2B4E2"/>
      </a:accent2>
      <a:accent3>
        <a:srgbClr val="BF3AC5"/>
      </a:accent3>
      <a:accent4>
        <a:srgbClr val="0077D3"/>
      </a:accent4>
      <a:accent5>
        <a:srgbClr val="8DC7E8"/>
      </a:accent5>
      <a:accent6>
        <a:srgbClr val="8CE970"/>
      </a:accent6>
      <a:hlink>
        <a:srgbClr val="8CC7E7"/>
      </a:hlink>
      <a:folHlink>
        <a:srgbClr val="8CC7E7"/>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Hub PowerPoint template - Slimmed down" id="{2B8B878D-977B-4BBA-A4A0-096F031D4192}" vid="{9779290D-D317-44B9-9815-93E69FE5AB6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422</Words>
  <Application>Microsoft Office PowerPoint</Application>
  <PresentationFormat>Widescreen</PresentationFormat>
  <Paragraphs>35</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Arial</vt:lpstr>
      <vt:lpstr>Segoe Sans Text</vt:lpstr>
      <vt:lpstr>Segoe Serif Display Semilight</vt:lpstr>
      <vt:lpstr>Segoe UI</vt:lpstr>
      <vt:lpstr>Segoe UI Semibold</vt:lpstr>
      <vt:lpstr>Wingdings</vt:lpstr>
      <vt:lpstr>LIGHT MODE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 Baur (Innovation Hub)</dc:creator>
  <cp:lastModifiedBy>Ben Baur (Innovation Hub)</cp:lastModifiedBy>
  <cp:revision>1</cp:revision>
  <dcterms:created xsi:type="dcterms:W3CDTF">2026-06-19T11:42:33Z</dcterms:created>
  <dcterms:modified xsi:type="dcterms:W3CDTF">2026-06-19T11:43:45Z</dcterms:modified>
</cp:coreProperties>
</file>